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1857375"/>
  <p:embeddedFontLst>
    <p:embeddedFont>
      <p:font typeface="IBM Plex Sans"/>
      <p:regular r:id="rId24"/>
      <p:bold r:id="rId25"/>
      <p:italic r:id="rId26"/>
      <p:boldItalic r:id="rId27"/>
    </p:embeddedFont>
    <p:embeddedFont>
      <p:font typeface="Helvetica Neue"/>
      <p:regular r:id="rId28"/>
      <p:bold r:id="rId29"/>
      <p:italic r:id="rId30"/>
      <p:boldItalic r:id="rId31"/>
    </p:embeddedFont>
    <p:embeddedFont>
      <p:font typeface="IBM Plex Mono"/>
      <p:regular r:id="rId32"/>
      <p:bold r:id="rId33"/>
      <p:italic r:id="rId34"/>
      <p:boldItalic r:id="rId35"/>
    </p:embeddedFont>
    <p:embeddedFont>
      <p:font typeface="IBM Plex Sans SemiBold"/>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44">
          <p15:clr>
            <a:srgbClr val="A4A3A4"/>
          </p15:clr>
        </p15:guide>
        <p15:guide id="2" pos="28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44" orient="horz"/>
        <p:guide pos="28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BMPlexSans-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italic.fntdata"/><Relationship Id="rId25" Type="http://schemas.openxmlformats.org/officeDocument/2006/relationships/font" Target="fonts/IBMPlexSans-bold.fntdata"/><Relationship Id="rId28" Type="http://schemas.openxmlformats.org/officeDocument/2006/relationships/font" Target="fonts/HelveticaNeue-regular.fntdata"/><Relationship Id="rId27" Type="http://schemas.openxmlformats.org/officeDocument/2006/relationships/font" Target="fonts/IBMPlexSa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Italic.fntdata"/><Relationship Id="rId30" Type="http://schemas.openxmlformats.org/officeDocument/2006/relationships/font" Target="fonts/HelveticaNeue-italic.fntdata"/><Relationship Id="rId11" Type="http://schemas.openxmlformats.org/officeDocument/2006/relationships/slide" Target="slides/slide6.xml"/><Relationship Id="rId33" Type="http://schemas.openxmlformats.org/officeDocument/2006/relationships/font" Target="fonts/IBMPlexMono-bold.fntdata"/><Relationship Id="rId10" Type="http://schemas.openxmlformats.org/officeDocument/2006/relationships/slide" Target="slides/slide5.xml"/><Relationship Id="rId32" Type="http://schemas.openxmlformats.org/officeDocument/2006/relationships/font" Target="fonts/IBMPlexMono-regular.fntdata"/><Relationship Id="rId13" Type="http://schemas.openxmlformats.org/officeDocument/2006/relationships/slide" Target="slides/slide8.xml"/><Relationship Id="rId35" Type="http://schemas.openxmlformats.org/officeDocument/2006/relationships/font" Target="fonts/IBMPlexMono-boldItalic.fntdata"/><Relationship Id="rId12" Type="http://schemas.openxmlformats.org/officeDocument/2006/relationships/slide" Target="slides/slide7.xml"/><Relationship Id="rId34" Type="http://schemas.openxmlformats.org/officeDocument/2006/relationships/font" Target="fonts/IBMPlexMono-italic.fntdata"/><Relationship Id="rId15" Type="http://schemas.openxmlformats.org/officeDocument/2006/relationships/slide" Target="slides/slide10.xml"/><Relationship Id="rId37" Type="http://schemas.openxmlformats.org/officeDocument/2006/relationships/font" Target="fonts/IBMPlexSansSemiBold-bold.fntdata"/><Relationship Id="rId14" Type="http://schemas.openxmlformats.org/officeDocument/2006/relationships/slide" Target="slides/slide9.xml"/><Relationship Id="rId36" Type="http://schemas.openxmlformats.org/officeDocument/2006/relationships/font" Target="fonts/IBMPlexSansSemiBold-regular.fntdata"/><Relationship Id="rId17" Type="http://schemas.openxmlformats.org/officeDocument/2006/relationships/slide" Target="slides/slide12.xml"/><Relationship Id="rId39" Type="http://schemas.openxmlformats.org/officeDocument/2006/relationships/font" Target="fonts/IBMPlexSansSemiBold-boldItalic.fntdata"/><Relationship Id="rId16" Type="http://schemas.openxmlformats.org/officeDocument/2006/relationships/slide" Target="slides/slide11.xml"/><Relationship Id="rId38" Type="http://schemas.openxmlformats.org/officeDocument/2006/relationships/font" Target="fonts/IBMPlexSansSemi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06380e84e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3b06380e84e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06380e84e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b06380e84e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2"/>
        </a:solidFill>
      </p:bgPr>
    </p:bg>
    <p:spTree>
      <p:nvGrpSpPr>
        <p:cNvPr id="49" name="Shape 49"/>
        <p:cNvGrpSpPr/>
        <p:nvPr/>
      </p:nvGrpSpPr>
      <p:grpSpPr>
        <a:xfrm>
          <a:off x="0" y="0"/>
          <a:ext cx="0" cy="0"/>
          <a:chOff x="0" y="0"/>
          <a:chExt cx="0" cy="0"/>
        </a:xfrm>
      </p:grpSpPr>
      <p:sp>
        <p:nvSpPr>
          <p:cNvPr id="50" name="Google Shape;50;p2"/>
          <p:cNvSpPr txBox="1"/>
          <p:nvPr>
            <p:ph type="ctrTitle"/>
          </p:nvPr>
        </p:nvSpPr>
        <p:spPr>
          <a:xfrm>
            <a:off x="613873" y="1168401"/>
            <a:ext cx="10964254" cy="2387600"/>
          </a:xfrm>
          <a:prstGeom prst="rect">
            <a:avLst/>
          </a:prstGeom>
          <a:solidFill>
            <a:schemeClr val="lt2"/>
          </a:solid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525252"/>
              </a:buClr>
              <a:buSzPts val="4800"/>
              <a:buFont typeface="IBM Plex Sans SemiBold"/>
              <a:buNone/>
              <a:defRPr b="0" i="0" sz="4800">
                <a:solidFill>
                  <a:srgbClr val="525252"/>
                </a:solidFill>
                <a:latin typeface="IBM Plex Sans SemiBold"/>
                <a:ea typeface="IBM Plex Sans SemiBold"/>
                <a:cs typeface="IBM Plex Sans SemiBold"/>
                <a:sym typeface="IBM Plex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
          <p:cNvSpPr txBox="1"/>
          <p:nvPr>
            <p:ph idx="1" type="subTitle"/>
          </p:nvPr>
        </p:nvSpPr>
        <p:spPr>
          <a:xfrm>
            <a:off x="1528273" y="3731247"/>
            <a:ext cx="9135454"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525252"/>
              </a:buClr>
              <a:buSzPts val="2400"/>
              <a:buNone/>
              <a:defRPr b="0" i="0" sz="2400">
                <a:solidFill>
                  <a:srgbClr val="525252"/>
                </a:solidFill>
                <a:latin typeface="IBM Plex Sans"/>
                <a:ea typeface="IBM Plex Sans"/>
                <a:cs typeface="IBM Plex Sans"/>
                <a:sym typeface="IBM Plex Sans"/>
              </a:defRPr>
            </a:lvl1pPr>
            <a:lvl2pPr lvl="1" algn="ctr">
              <a:lnSpc>
                <a:spcPct val="90000"/>
              </a:lnSpc>
              <a:spcBef>
                <a:spcPts val="500"/>
              </a:spcBef>
              <a:spcAft>
                <a:spcPts val="0"/>
              </a:spcAft>
              <a:buClr>
                <a:srgbClr val="262626"/>
              </a:buClr>
              <a:buSzPts val="2000"/>
              <a:buNone/>
              <a:defRPr sz="2000"/>
            </a:lvl2pPr>
            <a:lvl3pPr lvl="2" algn="ctr">
              <a:lnSpc>
                <a:spcPct val="90000"/>
              </a:lnSpc>
              <a:spcBef>
                <a:spcPts val="500"/>
              </a:spcBef>
              <a:spcAft>
                <a:spcPts val="0"/>
              </a:spcAft>
              <a:buClr>
                <a:srgbClr val="262626"/>
              </a:buClr>
              <a:buSzPts val="1800"/>
              <a:buNone/>
              <a:defRPr sz="1800"/>
            </a:lvl3pPr>
            <a:lvl4pPr lvl="3" algn="ctr">
              <a:lnSpc>
                <a:spcPct val="90000"/>
              </a:lnSpc>
              <a:spcBef>
                <a:spcPts val="500"/>
              </a:spcBef>
              <a:spcAft>
                <a:spcPts val="0"/>
              </a:spcAft>
              <a:buClr>
                <a:srgbClr val="262626"/>
              </a:buClr>
              <a:buSzPts val="1600"/>
              <a:buNone/>
              <a:defRPr sz="1600"/>
            </a:lvl4pPr>
            <a:lvl5pPr lvl="4" algn="ctr">
              <a:lnSpc>
                <a:spcPct val="90000"/>
              </a:lnSpc>
              <a:spcBef>
                <a:spcPts val="500"/>
              </a:spcBef>
              <a:spcAft>
                <a:spcPts val="0"/>
              </a:spcAft>
              <a:buClr>
                <a:srgbClr val="262626"/>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52" name="Google Shape;52;p2"/>
          <p:cNvCxnSpPr/>
          <p:nvPr/>
        </p:nvCxnSpPr>
        <p:spPr>
          <a:xfrm>
            <a:off x="2880360" y="3649111"/>
            <a:ext cx="6431280" cy="0"/>
          </a:xfrm>
          <a:prstGeom prst="straightConnector1">
            <a:avLst/>
          </a:prstGeom>
          <a:noFill/>
          <a:ln cap="flat" cmpd="sng" w="9525">
            <a:solidFill>
              <a:srgbClr val="6C4DEA"/>
            </a:solidFill>
            <a:prstDash val="solid"/>
            <a:miter lim="800000"/>
            <a:headEnd len="sm" w="sm" type="none"/>
            <a:tailEnd len="sm" w="sm" type="none"/>
          </a:ln>
        </p:spPr>
      </p:cxnSp>
      <p:sp>
        <p:nvSpPr>
          <p:cNvPr id="53" name="Google Shape;53;p2"/>
          <p:cNvSpPr/>
          <p:nvPr/>
        </p:nvSpPr>
        <p:spPr>
          <a:xfrm>
            <a:off x="4093580" y="5537419"/>
            <a:ext cx="4004840" cy="304359"/>
          </a:xfrm>
          <a:prstGeom prst="rect">
            <a:avLst/>
          </a:prstGeom>
          <a:noFill/>
          <a:ln>
            <a:noFill/>
          </a:ln>
        </p:spPr>
        <p:txBody>
          <a:bodyPr anchorCtr="0" anchor="t" bIns="46025" lIns="92075" spcFirstLastPara="1" rIns="92075" wrap="square" tIns="46025">
            <a:noAutofit/>
          </a:bodyPr>
          <a:lstStyle/>
          <a:p>
            <a:pPr indent="0" lvl="0" marL="0" marR="0" rtl="0" algn="ctr">
              <a:spcBef>
                <a:spcPts val="0"/>
              </a:spcBef>
              <a:spcAft>
                <a:spcPts val="0"/>
              </a:spcAft>
              <a:buNone/>
            </a:pPr>
            <a:r>
              <a:rPr b="0" lang="en-US" sz="1400">
                <a:solidFill>
                  <a:srgbClr val="000000"/>
                </a:solidFill>
                <a:latin typeface="Helvetica Neue"/>
                <a:ea typeface="Helvetica Neue"/>
                <a:cs typeface="Helvetica Neue"/>
                <a:sym typeface="Helvetica Neue"/>
              </a:rPr>
              <a:t>© IBM Corporation. All rights reserved.</a:t>
            </a:r>
            <a:endParaRPr/>
          </a:p>
        </p:txBody>
      </p:sp>
      <p:pic>
        <p:nvPicPr>
          <p:cNvPr id="54" name="Google Shape;54;p2"/>
          <p:cNvPicPr preferRelativeResize="0"/>
          <p:nvPr/>
        </p:nvPicPr>
        <p:blipFill rotWithShape="1">
          <a:blip r:embed="rId2">
            <a:alphaModFix/>
          </a:blip>
          <a:srcRect b="0" l="0" r="0" t="0"/>
          <a:stretch/>
        </p:blipFill>
        <p:spPr>
          <a:xfrm>
            <a:off x="11337887" y="6372553"/>
            <a:ext cx="613059" cy="243056"/>
          </a:xfrm>
          <a:prstGeom prst="rect">
            <a:avLst/>
          </a:prstGeom>
          <a:noFill/>
          <a:ln>
            <a:noFill/>
          </a:ln>
        </p:spPr>
      </p:pic>
      <p:pic>
        <p:nvPicPr>
          <p:cNvPr id="55" name="Google Shape;55;p2"/>
          <p:cNvPicPr preferRelativeResize="0"/>
          <p:nvPr/>
        </p:nvPicPr>
        <p:blipFill rotWithShape="1">
          <a:blip r:embed="rId3">
            <a:alphaModFix/>
          </a:blip>
          <a:srcRect b="0" l="0" r="0" t="0"/>
          <a:stretch/>
        </p:blipFill>
        <p:spPr>
          <a:xfrm>
            <a:off x="241053" y="6372101"/>
            <a:ext cx="1630680" cy="247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 name="Shape 56"/>
        <p:cNvGrpSpPr/>
        <p:nvPr/>
      </p:nvGrpSpPr>
      <p:grpSpPr>
        <a:xfrm>
          <a:off x="0" y="0"/>
          <a:ext cx="0" cy="0"/>
          <a:chOff x="0" y="0"/>
          <a:chExt cx="0" cy="0"/>
        </a:xfrm>
      </p:grpSpPr>
      <p:sp>
        <p:nvSpPr>
          <p:cNvPr id="57" name="Google Shape;5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525252"/>
              </a:buClr>
              <a:buSzPts val="4000"/>
              <a:buFont typeface="IBM Plex Sans SemiBold"/>
              <a:buNone/>
              <a:defRPr>
                <a:solidFill>
                  <a:srgbClr val="52525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
          <p:cNvSpPr txBox="1"/>
          <p:nvPr>
            <p:ph idx="1" type="body"/>
          </p:nvPr>
        </p:nvSpPr>
        <p:spPr>
          <a:xfrm>
            <a:off x="838200" y="1600199"/>
            <a:ext cx="10744200" cy="45720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262626"/>
              </a:buClr>
              <a:buSzPts val="2800"/>
              <a:buChar char="•"/>
              <a:defRPr>
                <a:solidFill>
                  <a:srgbClr val="262626"/>
                </a:solidFill>
              </a:defRPr>
            </a:lvl1pPr>
            <a:lvl2pPr indent="-381000" lvl="1" marL="914400" algn="l">
              <a:lnSpc>
                <a:spcPct val="90000"/>
              </a:lnSpc>
              <a:spcBef>
                <a:spcPts val="500"/>
              </a:spcBef>
              <a:spcAft>
                <a:spcPts val="0"/>
              </a:spcAft>
              <a:buClr>
                <a:srgbClr val="262626"/>
              </a:buClr>
              <a:buSzPts val="2400"/>
              <a:buChar char="•"/>
              <a:defRPr>
                <a:solidFill>
                  <a:srgbClr val="262626"/>
                </a:solidFill>
              </a:defRPr>
            </a:lvl2pPr>
            <a:lvl3pPr indent="-355600" lvl="2" marL="1371600" algn="l">
              <a:lnSpc>
                <a:spcPct val="90000"/>
              </a:lnSpc>
              <a:spcBef>
                <a:spcPts val="500"/>
              </a:spcBef>
              <a:spcAft>
                <a:spcPts val="0"/>
              </a:spcAft>
              <a:buClr>
                <a:srgbClr val="262626"/>
              </a:buClr>
              <a:buSzPts val="2000"/>
              <a:buChar char="•"/>
              <a:defRPr>
                <a:solidFill>
                  <a:srgbClr val="262626"/>
                </a:solidFill>
              </a:defRPr>
            </a:lvl3pPr>
            <a:lvl4pPr indent="-342900" lvl="3" marL="1828800" algn="l">
              <a:lnSpc>
                <a:spcPct val="90000"/>
              </a:lnSpc>
              <a:spcBef>
                <a:spcPts val="500"/>
              </a:spcBef>
              <a:spcAft>
                <a:spcPts val="0"/>
              </a:spcAft>
              <a:buClr>
                <a:srgbClr val="262626"/>
              </a:buClr>
              <a:buSzPts val="1800"/>
              <a:buChar char="•"/>
              <a:defRPr>
                <a:solidFill>
                  <a:srgbClr val="262626"/>
                </a:solidFill>
              </a:defRPr>
            </a:lvl4pPr>
            <a:lvl5pPr indent="-342900" lvl="4" marL="2286000" algn="l">
              <a:lnSpc>
                <a:spcPct val="90000"/>
              </a:lnSpc>
              <a:spcBef>
                <a:spcPts val="500"/>
              </a:spcBef>
              <a:spcAft>
                <a:spcPts val="0"/>
              </a:spcAft>
              <a:buClr>
                <a:srgbClr val="262626"/>
              </a:buClr>
              <a:buSzPts val="1800"/>
              <a:buChar char="•"/>
              <a:defRPr>
                <a:solidFill>
                  <a:srgbClr val="26262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9" name="Google Shape;59;p3"/>
          <p:cNvCxnSpPr/>
          <p:nvPr/>
        </p:nvCxnSpPr>
        <p:spPr>
          <a:xfrm>
            <a:off x="838200" y="1296645"/>
            <a:ext cx="10515600" cy="368"/>
          </a:xfrm>
          <a:prstGeom prst="straightConnector1">
            <a:avLst/>
          </a:prstGeom>
          <a:noFill/>
          <a:ln cap="flat" cmpd="sng" w="9525">
            <a:solidFill>
              <a:srgbClr val="6C4DEA"/>
            </a:solidFill>
            <a:prstDash val="solid"/>
            <a:miter lim="800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525252"/>
              </a:buClr>
              <a:buSzPts val="4000"/>
              <a:buFont typeface="IBM Plex Sans SemiBold"/>
              <a:buNone/>
              <a:defRPr b="1" i="0">
                <a:solidFill>
                  <a:srgbClr val="525252"/>
                </a:solidFill>
                <a:latin typeface="IBM Plex Sans SemiBold"/>
                <a:ea typeface="IBM Plex Sans SemiBold"/>
                <a:cs typeface="IBM Plex Sans SemiBold"/>
                <a:sym typeface="IBM Plex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
          <p:cNvSpPr txBox="1"/>
          <p:nvPr>
            <p:ph idx="1" type="body"/>
          </p:nvPr>
        </p:nvSpPr>
        <p:spPr>
          <a:xfrm>
            <a:off x="838200" y="1600200"/>
            <a:ext cx="5181600" cy="45720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262626"/>
              </a:buClr>
              <a:buSzPts val="2800"/>
              <a:buChar char="•"/>
              <a:defRPr>
                <a:solidFill>
                  <a:srgbClr val="262626"/>
                </a:solidFill>
              </a:defRPr>
            </a:lvl1pPr>
            <a:lvl2pPr indent="-381000" lvl="1" marL="914400" algn="l">
              <a:lnSpc>
                <a:spcPct val="90000"/>
              </a:lnSpc>
              <a:spcBef>
                <a:spcPts val="500"/>
              </a:spcBef>
              <a:spcAft>
                <a:spcPts val="0"/>
              </a:spcAft>
              <a:buClr>
                <a:srgbClr val="262626"/>
              </a:buClr>
              <a:buSzPts val="2400"/>
              <a:buChar char="•"/>
              <a:defRPr>
                <a:solidFill>
                  <a:srgbClr val="262626"/>
                </a:solidFill>
              </a:defRPr>
            </a:lvl2pPr>
            <a:lvl3pPr indent="-355600" lvl="2" marL="1371600" algn="l">
              <a:lnSpc>
                <a:spcPct val="90000"/>
              </a:lnSpc>
              <a:spcBef>
                <a:spcPts val="500"/>
              </a:spcBef>
              <a:spcAft>
                <a:spcPts val="0"/>
              </a:spcAft>
              <a:buClr>
                <a:srgbClr val="262626"/>
              </a:buClr>
              <a:buSzPts val="2000"/>
              <a:buChar char="•"/>
              <a:defRPr>
                <a:solidFill>
                  <a:srgbClr val="262626"/>
                </a:solidFill>
              </a:defRPr>
            </a:lvl3pPr>
            <a:lvl4pPr indent="-342900" lvl="3" marL="1828800" algn="l">
              <a:lnSpc>
                <a:spcPct val="90000"/>
              </a:lnSpc>
              <a:spcBef>
                <a:spcPts val="500"/>
              </a:spcBef>
              <a:spcAft>
                <a:spcPts val="0"/>
              </a:spcAft>
              <a:buClr>
                <a:srgbClr val="525252"/>
              </a:buClr>
              <a:buSzPts val="1800"/>
              <a:buChar char="•"/>
              <a:defRPr>
                <a:solidFill>
                  <a:srgbClr val="525252"/>
                </a:solidFill>
              </a:defRPr>
            </a:lvl4pPr>
            <a:lvl5pPr indent="-342900" lvl="4" marL="2286000" algn="l">
              <a:lnSpc>
                <a:spcPct val="90000"/>
              </a:lnSpc>
              <a:spcBef>
                <a:spcPts val="500"/>
              </a:spcBef>
              <a:spcAft>
                <a:spcPts val="0"/>
              </a:spcAft>
              <a:buClr>
                <a:srgbClr val="525252"/>
              </a:buClr>
              <a:buSzPts val="1800"/>
              <a:buChar char="•"/>
              <a:defRPr>
                <a:solidFill>
                  <a:srgbClr val="52525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4"/>
          <p:cNvSpPr txBox="1"/>
          <p:nvPr>
            <p:ph idx="2" type="body"/>
          </p:nvPr>
        </p:nvSpPr>
        <p:spPr>
          <a:xfrm>
            <a:off x="6172200" y="1600200"/>
            <a:ext cx="5181600" cy="45720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262626"/>
              </a:buClr>
              <a:buSzPts val="2800"/>
              <a:buChar char="•"/>
              <a:defRPr>
                <a:solidFill>
                  <a:srgbClr val="262626"/>
                </a:solidFill>
              </a:defRPr>
            </a:lvl1pPr>
            <a:lvl2pPr indent="-381000" lvl="1" marL="914400" algn="l">
              <a:lnSpc>
                <a:spcPct val="90000"/>
              </a:lnSpc>
              <a:spcBef>
                <a:spcPts val="500"/>
              </a:spcBef>
              <a:spcAft>
                <a:spcPts val="0"/>
              </a:spcAft>
              <a:buClr>
                <a:srgbClr val="262626"/>
              </a:buClr>
              <a:buSzPts val="2400"/>
              <a:buChar char="•"/>
              <a:defRPr>
                <a:solidFill>
                  <a:srgbClr val="262626"/>
                </a:solidFill>
              </a:defRPr>
            </a:lvl2pPr>
            <a:lvl3pPr indent="-355600" lvl="2" marL="1371600" algn="l">
              <a:lnSpc>
                <a:spcPct val="90000"/>
              </a:lnSpc>
              <a:spcBef>
                <a:spcPts val="500"/>
              </a:spcBef>
              <a:spcAft>
                <a:spcPts val="0"/>
              </a:spcAft>
              <a:buClr>
                <a:srgbClr val="262626"/>
              </a:buClr>
              <a:buSzPts val="2000"/>
              <a:buChar char="•"/>
              <a:defRPr>
                <a:solidFill>
                  <a:srgbClr val="262626"/>
                </a:solidFill>
              </a:defRPr>
            </a:lvl3pPr>
            <a:lvl4pPr indent="-342900" lvl="3" marL="1828800" algn="l">
              <a:lnSpc>
                <a:spcPct val="90000"/>
              </a:lnSpc>
              <a:spcBef>
                <a:spcPts val="500"/>
              </a:spcBef>
              <a:spcAft>
                <a:spcPts val="0"/>
              </a:spcAft>
              <a:buClr>
                <a:srgbClr val="525252"/>
              </a:buClr>
              <a:buSzPts val="1800"/>
              <a:buChar char="•"/>
              <a:defRPr>
                <a:solidFill>
                  <a:srgbClr val="525252"/>
                </a:solidFill>
              </a:defRPr>
            </a:lvl4pPr>
            <a:lvl5pPr indent="-342900" lvl="4" marL="2286000" algn="l">
              <a:lnSpc>
                <a:spcPct val="90000"/>
              </a:lnSpc>
              <a:spcBef>
                <a:spcPts val="500"/>
              </a:spcBef>
              <a:spcAft>
                <a:spcPts val="0"/>
              </a:spcAft>
              <a:buClr>
                <a:srgbClr val="525252"/>
              </a:buClr>
              <a:buSzPts val="1800"/>
              <a:buChar char="•"/>
              <a:defRPr>
                <a:solidFill>
                  <a:srgbClr val="52525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64" name="Google Shape;64;p4"/>
          <p:cNvCxnSpPr/>
          <p:nvPr/>
        </p:nvCxnSpPr>
        <p:spPr>
          <a:xfrm>
            <a:off x="838200" y="1364249"/>
            <a:ext cx="10515600" cy="368"/>
          </a:xfrm>
          <a:prstGeom prst="straightConnector1">
            <a:avLst/>
          </a:prstGeom>
          <a:noFill/>
          <a:ln cap="flat" cmpd="sng" w="9525">
            <a:solidFill>
              <a:srgbClr val="6C4DEA"/>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5" name="Shape 6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6" name="Shape 66"/>
        <p:cNvGrpSpPr/>
        <p:nvPr/>
      </p:nvGrpSpPr>
      <p:grpSpPr>
        <a:xfrm>
          <a:off x="0" y="0"/>
          <a:ext cx="0" cy="0"/>
          <a:chOff x="0" y="0"/>
          <a:chExt cx="0" cy="0"/>
        </a:xfrm>
      </p:grpSpPr>
      <p:sp>
        <p:nvSpPr>
          <p:cNvPr id="67" name="Google Shape;67;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525252"/>
              </a:buClr>
              <a:buSzPts val="4800"/>
              <a:buFont typeface="IBM Plex Sans SemiBold"/>
              <a:buNone/>
              <a:defRPr b="1" i="0" sz="4800">
                <a:solidFill>
                  <a:srgbClr val="525252"/>
                </a:solidFill>
                <a:latin typeface="IBM Plex Sans SemiBold"/>
                <a:ea typeface="IBM Plex Sans SemiBold"/>
                <a:cs typeface="IBM Plex Sans SemiBold"/>
                <a:sym typeface="IBM Plex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showMasterSp="0">
  <p:cSld name="2_Blank">
    <p:bg>
      <p:bgPr>
        <a:solidFill>
          <a:schemeClr val="lt2"/>
        </a:solidFill>
      </p:bgPr>
    </p:bg>
    <p:spTree>
      <p:nvGrpSpPr>
        <p:cNvPr id="68" name="Shape 6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image" Target="../media/image13.png"/><Relationship Id="rId4" Type="http://schemas.openxmlformats.org/officeDocument/2006/relationships/slideLayout" Target="../slideLayouts/slideLayout1.xml"/><Relationship Id="rId10" Type="http://schemas.openxmlformats.org/officeDocument/2006/relationships/theme" Target="../theme/theme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525252"/>
              </a:buClr>
              <a:buSzPts val="4000"/>
              <a:buFont typeface="IBM Plex Sans SemiBold"/>
              <a:buNone/>
              <a:defRPr b="1" i="0" sz="4000" u="none" cap="none" strike="noStrike">
                <a:solidFill>
                  <a:srgbClr val="525252"/>
                </a:solidFill>
                <a:latin typeface="IBM Plex Sans SemiBold"/>
                <a:ea typeface="IBM Plex Sans SemiBold"/>
                <a:cs typeface="IBM Plex Sans SemiBold"/>
                <a:sym typeface="IBM Plex Sans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47850"/>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262626"/>
              </a:buClr>
              <a:buSzPts val="2800"/>
              <a:buFont typeface="Arial"/>
              <a:buChar char="•"/>
              <a:defRPr b="0" i="0" sz="2800" u="none" cap="none" strike="noStrike">
                <a:solidFill>
                  <a:srgbClr val="262626"/>
                </a:solidFill>
                <a:latin typeface="IBM Plex Sans"/>
                <a:ea typeface="IBM Plex Sans"/>
                <a:cs typeface="IBM Plex Sans"/>
                <a:sym typeface="IBM Plex Sans"/>
              </a:defRPr>
            </a:lvl1pPr>
            <a:lvl2pPr indent="-381000" lvl="1" marL="914400" marR="0" rtl="0" algn="l">
              <a:lnSpc>
                <a:spcPct val="90000"/>
              </a:lnSpc>
              <a:spcBef>
                <a:spcPts val="500"/>
              </a:spcBef>
              <a:spcAft>
                <a:spcPts val="0"/>
              </a:spcAft>
              <a:buClr>
                <a:srgbClr val="262626"/>
              </a:buClr>
              <a:buSzPts val="2400"/>
              <a:buFont typeface="Arial"/>
              <a:buChar char="•"/>
              <a:defRPr b="0" i="0" sz="2400" u="none" cap="none" strike="noStrike">
                <a:solidFill>
                  <a:srgbClr val="262626"/>
                </a:solidFill>
                <a:latin typeface="IBM Plex Sans"/>
                <a:ea typeface="IBM Plex Sans"/>
                <a:cs typeface="IBM Plex Sans"/>
                <a:sym typeface="IBM Plex Sans"/>
              </a:defRPr>
            </a:lvl2pPr>
            <a:lvl3pPr indent="-355600" lvl="2" marL="1371600" marR="0" rtl="0" algn="l">
              <a:lnSpc>
                <a:spcPct val="90000"/>
              </a:lnSpc>
              <a:spcBef>
                <a:spcPts val="500"/>
              </a:spcBef>
              <a:spcAft>
                <a:spcPts val="0"/>
              </a:spcAft>
              <a:buClr>
                <a:srgbClr val="262626"/>
              </a:buClr>
              <a:buSzPts val="2000"/>
              <a:buFont typeface="Arial"/>
              <a:buChar char="•"/>
              <a:defRPr b="0" i="0" sz="2000" u="none" cap="none" strike="noStrike">
                <a:solidFill>
                  <a:srgbClr val="262626"/>
                </a:solidFill>
                <a:latin typeface="IBM Plex Sans"/>
                <a:ea typeface="IBM Plex Sans"/>
                <a:cs typeface="IBM Plex Sans"/>
                <a:sym typeface="IBM Plex Sans"/>
              </a:defRPr>
            </a:lvl3pPr>
            <a:lvl4pPr indent="-342900" lvl="3" marL="1828800" marR="0" rtl="0" algn="l">
              <a:lnSpc>
                <a:spcPct val="90000"/>
              </a:lnSpc>
              <a:spcBef>
                <a:spcPts val="500"/>
              </a:spcBef>
              <a:spcAft>
                <a:spcPts val="0"/>
              </a:spcAft>
              <a:buClr>
                <a:srgbClr val="262626"/>
              </a:buClr>
              <a:buSzPts val="1800"/>
              <a:buFont typeface="Arial"/>
              <a:buChar char="•"/>
              <a:defRPr b="0" i="0" sz="1800" u="none" cap="none" strike="noStrike">
                <a:solidFill>
                  <a:srgbClr val="262626"/>
                </a:solidFill>
                <a:latin typeface="IBM Plex Sans"/>
                <a:ea typeface="IBM Plex Sans"/>
                <a:cs typeface="IBM Plex Sans"/>
                <a:sym typeface="IBM Plex Sans"/>
              </a:defRPr>
            </a:lvl4pPr>
            <a:lvl5pPr indent="-342900" lvl="4" marL="2286000" marR="0" rtl="0" algn="l">
              <a:lnSpc>
                <a:spcPct val="90000"/>
              </a:lnSpc>
              <a:spcBef>
                <a:spcPts val="500"/>
              </a:spcBef>
              <a:spcAft>
                <a:spcPts val="0"/>
              </a:spcAft>
              <a:buClr>
                <a:srgbClr val="262626"/>
              </a:buClr>
              <a:buSzPts val="1800"/>
              <a:buFont typeface="Arial"/>
              <a:buChar char="•"/>
              <a:defRPr b="0" i="0" sz="1800" u="none" cap="none" strike="noStrike">
                <a:solidFill>
                  <a:srgbClr val="262626"/>
                </a:solidFill>
                <a:latin typeface="IBM Plex Sans"/>
                <a:ea typeface="IBM Plex Sans"/>
                <a:cs typeface="IBM Plex Sans"/>
                <a:sym typeface="IBM Plex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9pPr>
          </a:lstStyle>
          <a:p/>
        </p:txBody>
      </p:sp>
      <p:pic>
        <p:nvPicPr>
          <p:cNvPr descr="Text, logo&#10;&#10;Description automatically generated" id="12" name="Google Shape;12;p1"/>
          <p:cNvPicPr preferRelativeResize="0"/>
          <p:nvPr/>
        </p:nvPicPr>
        <p:blipFill rotWithShape="1">
          <a:blip r:embed="rId1">
            <a:alphaModFix amt="5000"/>
          </a:blip>
          <a:srcRect b="0" l="-1923" r="70315" t="0"/>
          <a:stretch/>
        </p:blipFill>
        <p:spPr>
          <a:xfrm>
            <a:off x="3345127" y="1418811"/>
            <a:ext cx="5501746" cy="4826130"/>
          </a:xfrm>
          <a:prstGeom prst="rect">
            <a:avLst/>
          </a:prstGeom>
          <a:noFill/>
          <a:ln>
            <a:noFill/>
          </a:ln>
        </p:spPr>
      </p:pic>
      <p:sp>
        <p:nvSpPr>
          <p:cNvPr id="13" name="Google Shape;13;p1"/>
          <p:cNvSpPr/>
          <p:nvPr/>
        </p:nvSpPr>
        <p:spPr>
          <a:xfrm>
            <a:off x="12625444" y="2728308"/>
            <a:ext cx="1235879" cy="1235878"/>
          </a:xfrm>
          <a:prstGeom prst="rect">
            <a:avLst/>
          </a:prstGeom>
          <a:solidFill>
            <a:srgbClr val="BE95FF"/>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262626"/>
                </a:solidFill>
                <a:latin typeface="IBM Plex Sans"/>
                <a:ea typeface="IBM Plex Sans"/>
                <a:cs typeface="IBM Plex Sans"/>
                <a:sym typeface="IBM Plex Sans"/>
              </a:rPr>
              <a:t>#BE95FF</a:t>
            </a:r>
            <a:endParaRPr/>
          </a:p>
        </p:txBody>
      </p:sp>
      <p:sp>
        <p:nvSpPr>
          <p:cNvPr id="14" name="Google Shape;14;p1"/>
          <p:cNvSpPr/>
          <p:nvPr/>
        </p:nvSpPr>
        <p:spPr>
          <a:xfrm>
            <a:off x="18071881" y="2728308"/>
            <a:ext cx="1235879" cy="1235878"/>
          </a:xfrm>
          <a:prstGeom prst="rect">
            <a:avLst/>
          </a:prstGeom>
          <a:solidFill>
            <a:srgbClr val="33B1FF"/>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262626"/>
                </a:solidFill>
                <a:latin typeface="IBM Plex Sans"/>
                <a:ea typeface="IBM Plex Sans"/>
                <a:cs typeface="IBM Plex Sans"/>
                <a:sym typeface="IBM Plex Sans"/>
              </a:rPr>
              <a:t>#33B1FF</a:t>
            </a:r>
            <a:endParaRPr/>
          </a:p>
        </p:txBody>
      </p:sp>
      <p:sp>
        <p:nvSpPr>
          <p:cNvPr id="15" name="Google Shape;15;p1"/>
          <p:cNvSpPr/>
          <p:nvPr/>
        </p:nvSpPr>
        <p:spPr>
          <a:xfrm>
            <a:off x="14440923" y="2728308"/>
            <a:ext cx="1235879" cy="1235878"/>
          </a:xfrm>
          <a:prstGeom prst="rect">
            <a:avLst/>
          </a:prstGeom>
          <a:solidFill>
            <a:srgbClr val="FF7EB6"/>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262626"/>
                </a:solidFill>
                <a:latin typeface="IBM Plex Sans"/>
                <a:ea typeface="IBM Plex Sans"/>
                <a:cs typeface="IBM Plex Sans"/>
                <a:sym typeface="IBM Plex Sans"/>
              </a:rPr>
              <a:t>#FF7EB6</a:t>
            </a:r>
            <a:endParaRPr/>
          </a:p>
        </p:txBody>
      </p:sp>
      <p:sp>
        <p:nvSpPr>
          <p:cNvPr id="16" name="Google Shape;16;p1"/>
          <p:cNvSpPr/>
          <p:nvPr/>
        </p:nvSpPr>
        <p:spPr>
          <a:xfrm>
            <a:off x="16256402" y="2728308"/>
            <a:ext cx="1235879" cy="1235878"/>
          </a:xfrm>
          <a:prstGeom prst="rect">
            <a:avLst/>
          </a:prstGeom>
          <a:solidFill>
            <a:srgbClr val="08BDBA"/>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262626"/>
                </a:solidFill>
                <a:latin typeface="IBM Plex Sans"/>
                <a:ea typeface="IBM Plex Sans"/>
                <a:cs typeface="IBM Plex Sans"/>
                <a:sym typeface="IBM Plex Sans"/>
              </a:rPr>
              <a:t>#08BDBA</a:t>
            </a:r>
            <a:endParaRPr/>
          </a:p>
        </p:txBody>
      </p:sp>
      <p:sp>
        <p:nvSpPr>
          <p:cNvPr id="17" name="Google Shape;17;p1"/>
          <p:cNvSpPr txBox="1"/>
          <p:nvPr/>
        </p:nvSpPr>
        <p:spPr>
          <a:xfrm>
            <a:off x="12602453" y="3912427"/>
            <a:ext cx="12378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FFFFF"/>
                </a:solidFill>
                <a:latin typeface="IBM Plex Sans"/>
                <a:ea typeface="IBM Plex Sans"/>
                <a:cs typeface="IBM Plex Sans"/>
                <a:sym typeface="IBM Plex Sans"/>
              </a:rPr>
              <a:t>Purple 40</a:t>
            </a:r>
            <a:endParaRPr b="1" sz="1800">
              <a:solidFill>
                <a:srgbClr val="FFFFFF"/>
              </a:solidFill>
              <a:latin typeface="IBM Plex Sans"/>
              <a:ea typeface="IBM Plex Sans"/>
              <a:cs typeface="IBM Plex Sans"/>
              <a:sym typeface="IBM Plex Sans"/>
            </a:endParaRPr>
          </a:p>
        </p:txBody>
      </p:sp>
      <p:sp>
        <p:nvSpPr>
          <p:cNvPr id="18" name="Google Shape;18;p1"/>
          <p:cNvSpPr txBox="1"/>
          <p:nvPr/>
        </p:nvSpPr>
        <p:spPr>
          <a:xfrm>
            <a:off x="14334144" y="3912427"/>
            <a:ext cx="14494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FFFF"/>
                </a:solidFill>
                <a:latin typeface="IBM Plex Sans"/>
                <a:ea typeface="IBM Plex Sans"/>
                <a:cs typeface="IBM Plex Sans"/>
                <a:sym typeface="IBM Plex Sans"/>
              </a:rPr>
              <a:t>Magenta</a:t>
            </a:r>
            <a:r>
              <a:rPr b="1" i="0" lang="en-US" sz="1800">
                <a:solidFill>
                  <a:srgbClr val="FFFFFF"/>
                </a:solidFill>
                <a:latin typeface="IBM Plex Sans"/>
                <a:ea typeface="IBM Plex Sans"/>
                <a:cs typeface="IBM Plex Sans"/>
                <a:sym typeface="IBM Plex Sans"/>
              </a:rPr>
              <a:t> 40</a:t>
            </a:r>
            <a:endParaRPr b="1" sz="1800">
              <a:solidFill>
                <a:srgbClr val="FFFFFF"/>
              </a:solidFill>
              <a:latin typeface="IBM Plex Sans"/>
              <a:ea typeface="IBM Plex Sans"/>
              <a:cs typeface="IBM Plex Sans"/>
              <a:sym typeface="IBM Plex Sans"/>
            </a:endParaRPr>
          </a:p>
        </p:txBody>
      </p:sp>
      <p:sp>
        <p:nvSpPr>
          <p:cNvPr id="19" name="Google Shape;19;p1"/>
          <p:cNvSpPr txBox="1"/>
          <p:nvPr/>
        </p:nvSpPr>
        <p:spPr>
          <a:xfrm>
            <a:off x="16404771" y="3912427"/>
            <a:ext cx="9663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FFFF"/>
                </a:solidFill>
                <a:latin typeface="IBM Plex Sans"/>
                <a:ea typeface="IBM Plex Sans"/>
                <a:cs typeface="IBM Plex Sans"/>
                <a:sym typeface="IBM Plex Sans"/>
              </a:rPr>
              <a:t>Teal</a:t>
            </a:r>
            <a:r>
              <a:rPr b="1" i="0" lang="en-US" sz="1800">
                <a:solidFill>
                  <a:srgbClr val="FFFFFF"/>
                </a:solidFill>
                <a:latin typeface="IBM Plex Sans"/>
                <a:ea typeface="IBM Plex Sans"/>
                <a:cs typeface="IBM Plex Sans"/>
                <a:sym typeface="IBM Plex Sans"/>
              </a:rPr>
              <a:t> 40</a:t>
            </a:r>
            <a:endParaRPr b="1" sz="1800">
              <a:solidFill>
                <a:srgbClr val="FFFFFF"/>
              </a:solidFill>
              <a:latin typeface="IBM Plex Sans"/>
              <a:ea typeface="IBM Plex Sans"/>
              <a:cs typeface="IBM Plex Sans"/>
              <a:sym typeface="IBM Plex Sans"/>
            </a:endParaRPr>
          </a:p>
        </p:txBody>
      </p:sp>
      <p:sp>
        <p:nvSpPr>
          <p:cNvPr id="20" name="Google Shape;20;p1"/>
          <p:cNvSpPr txBox="1"/>
          <p:nvPr/>
        </p:nvSpPr>
        <p:spPr>
          <a:xfrm>
            <a:off x="18206642" y="3912427"/>
            <a:ext cx="10550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FFFF"/>
                </a:solidFill>
                <a:latin typeface="IBM Plex Sans"/>
                <a:ea typeface="IBM Plex Sans"/>
                <a:cs typeface="IBM Plex Sans"/>
                <a:sym typeface="IBM Plex Sans"/>
              </a:rPr>
              <a:t>Cyan</a:t>
            </a:r>
            <a:r>
              <a:rPr b="1" i="0" lang="en-US" sz="1800">
                <a:solidFill>
                  <a:srgbClr val="FFFFFF"/>
                </a:solidFill>
                <a:latin typeface="IBM Plex Sans"/>
                <a:ea typeface="IBM Plex Sans"/>
                <a:cs typeface="IBM Plex Sans"/>
                <a:sym typeface="IBM Plex Sans"/>
              </a:rPr>
              <a:t> 40</a:t>
            </a:r>
            <a:endParaRPr b="1" sz="1800">
              <a:solidFill>
                <a:srgbClr val="FFFFFF"/>
              </a:solidFill>
              <a:latin typeface="IBM Plex Sans"/>
              <a:ea typeface="IBM Plex Sans"/>
              <a:cs typeface="IBM Plex Sans"/>
              <a:sym typeface="IBM Plex Sans"/>
            </a:endParaRPr>
          </a:p>
        </p:txBody>
      </p:sp>
      <p:sp>
        <p:nvSpPr>
          <p:cNvPr id="21" name="Google Shape;21;p1"/>
          <p:cNvSpPr/>
          <p:nvPr/>
        </p:nvSpPr>
        <p:spPr>
          <a:xfrm>
            <a:off x="12625444" y="4418033"/>
            <a:ext cx="1235879" cy="1235878"/>
          </a:xfrm>
          <a:prstGeom prst="rect">
            <a:avLst/>
          </a:prstGeom>
          <a:solidFill>
            <a:srgbClr val="8A3FFC"/>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2"/>
                </a:solidFill>
                <a:latin typeface="IBM Plex Sans"/>
                <a:ea typeface="IBM Plex Sans"/>
                <a:cs typeface="IBM Plex Sans"/>
                <a:sym typeface="IBM Plex Sans"/>
              </a:rPr>
              <a:t>#8A3FFC</a:t>
            </a:r>
            <a:endParaRPr/>
          </a:p>
        </p:txBody>
      </p:sp>
      <p:sp>
        <p:nvSpPr>
          <p:cNvPr id="22" name="Google Shape;22;p1"/>
          <p:cNvSpPr/>
          <p:nvPr/>
        </p:nvSpPr>
        <p:spPr>
          <a:xfrm>
            <a:off x="18071881" y="4418033"/>
            <a:ext cx="1235879" cy="1235878"/>
          </a:xfrm>
          <a:prstGeom prst="rect">
            <a:avLst/>
          </a:prstGeom>
          <a:solidFill>
            <a:srgbClr val="0072C3"/>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2"/>
                </a:solidFill>
                <a:latin typeface="IBM Plex Sans"/>
                <a:ea typeface="IBM Plex Sans"/>
                <a:cs typeface="IBM Plex Sans"/>
                <a:sym typeface="IBM Plex Sans"/>
              </a:rPr>
              <a:t>#0072C3</a:t>
            </a:r>
            <a:endParaRPr/>
          </a:p>
        </p:txBody>
      </p:sp>
      <p:sp>
        <p:nvSpPr>
          <p:cNvPr id="23" name="Google Shape;23;p1"/>
          <p:cNvSpPr/>
          <p:nvPr/>
        </p:nvSpPr>
        <p:spPr>
          <a:xfrm>
            <a:off x="14440923" y="4418033"/>
            <a:ext cx="1235879" cy="1235878"/>
          </a:xfrm>
          <a:prstGeom prst="rect">
            <a:avLst/>
          </a:prstGeom>
          <a:solidFill>
            <a:srgbClr val="D02670"/>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2"/>
                </a:solidFill>
                <a:latin typeface="IBM Plex Sans"/>
                <a:ea typeface="IBM Plex Sans"/>
                <a:cs typeface="IBM Plex Sans"/>
                <a:sym typeface="IBM Plex Sans"/>
              </a:rPr>
              <a:t>#D02670</a:t>
            </a:r>
            <a:endParaRPr/>
          </a:p>
        </p:txBody>
      </p:sp>
      <p:sp>
        <p:nvSpPr>
          <p:cNvPr id="24" name="Google Shape;24;p1"/>
          <p:cNvSpPr/>
          <p:nvPr/>
        </p:nvSpPr>
        <p:spPr>
          <a:xfrm>
            <a:off x="16256402" y="4418033"/>
            <a:ext cx="1235879" cy="1235878"/>
          </a:xfrm>
          <a:prstGeom prst="rect">
            <a:avLst/>
          </a:prstGeom>
          <a:solidFill>
            <a:srgbClr val="007D79"/>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2"/>
                </a:solidFill>
                <a:latin typeface="IBM Plex Sans"/>
                <a:ea typeface="IBM Plex Sans"/>
                <a:cs typeface="IBM Plex Sans"/>
                <a:sym typeface="IBM Plex Sans"/>
              </a:rPr>
              <a:t>#007D79</a:t>
            </a:r>
            <a:endParaRPr/>
          </a:p>
        </p:txBody>
      </p:sp>
      <p:sp>
        <p:nvSpPr>
          <p:cNvPr id="25" name="Google Shape;25;p1"/>
          <p:cNvSpPr txBox="1"/>
          <p:nvPr/>
        </p:nvSpPr>
        <p:spPr>
          <a:xfrm>
            <a:off x="12602453" y="5602152"/>
            <a:ext cx="12378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FFFFFF"/>
                </a:solidFill>
                <a:latin typeface="IBM Plex Sans"/>
                <a:ea typeface="IBM Plex Sans"/>
                <a:cs typeface="IBM Plex Sans"/>
                <a:sym typeface="IBM Plex Sans"/>
              </a:rPr>
              <a:t>Purple 60</a:t>
            </a:r>
            <a:endParaRPr b="1" sz="1800">
              <a:solidFill>
                <a:srgbClr val="FFFFFF"/>
              </a:solidFill>
              <a:latin typeface="IBM Plex Sans"/>
              <a:ea typeface="IBM Plex Sans"/>
              <a:cs typeface="IBM Plex Sans"/>
              <a:sym typeface="IBM Plex Sans"/>
            </a:endParaRPr>
          </a:p>
        </p:txBody>
      </p:sp>
      <p:sp>
        <p:nvSpPr>
          <p:cNvPr id="26" name="Google Shape;26;p1"/>
          <p:cNvSpPr txBox="1"/>
          <p:nvPr/>
        </p:nvSpPr>
        <p:spPr>
          <a:xfrm>
            <a:off x="14334144" y="5602152"/>
            <a:ext cx="14480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FFFF"/>
                </a:solidFill>
                <a:latin typeface="IBM Plex Sans"/>
                <a:ea typeface="IBM Plex Sans"/>
                <a:cs typeface="IBM Plex Sans"/>
                <a:sym typeface="IBM Plex Sans"/>
              </a:rPr>
              <a:t>Magenta</a:t>
            </a:r>
            <a:r>
              <a:rPr b="1" i="0" lang="en-US" sz="1800">
                <a:solidFill>
                  <a:srgbClr val="FFFFFF"/>
                </a:solidFill>
                <a:latin typeface="IBM Plex Sans"/>
                <a:ea typeface="IBM Plex Sans"/>
                <a:cs typeface="IBM Plex Sans"/>
                <a:sym typeface="IBM Plex Sans"/>
              </a:rPr>
              <a:t> 60</a:t>
            </a:r>
            <a:endParaRPr b="1" sz="1800">
              <a:solidFill>
                <a:srgbClr val="FFFFFF"/>
              </a:solidFill>
              <a:latin typeface="IBM Plex Sans"/>
              <a:ea typeface="IBM Plex Sans"/>
              <a:cs typeface="IBM Plex Sans"/>
              <a:sym typeface="IBM Plex Sans"/>
            </a:endParaRPr>
          </a:p>
        </p:txBody>
      </p:sp>
      <p:sp>
        <p:nvSpPr>
          <p:cNvPr id="27" name="Google Shape;27;p1"/>
          <p:cNvSpPr txBox="1"/>
          <p:nvPr/>
        </p:nvSpPr>
        <p:spPr>
          <a:xfrm>
            <a:off x="16404771" y="5602152"/>
            <a:ext cx="9669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FFFF"/>
                </a:solidFill>
                <a:latin typeface="IBM Plex Sans"/>
                <a:ea typeface="IBM Plex Sans"/>
                <a:cs typeface="IBM Plex Sans"/>
                <a:sym typeface="IBM Plex Sans"/>
              </a:rPr>
              <a:t>Teal</a:t>
            </a:r>
            <a:r>
              <a:rPr b="1" i="0" lang="en-US" sz="1800">
                <a:solidFill>
                  <a:srgbClr val="FFFFFF"/>
                </a:solidFill>
                <a:latin typeface="IBM Plex Sans"/>
                <a:ea typeface="IBM Plex Sans"/>
                <a:cs typeface="IBM Plex Sans"/>
                <a:sym typeface="IBM Plex Sans"/>
              </a:rPr>
              <a:t> 60</a:t>
            </a:r>
            <a:endParaRPr b="1" sz="1800">
              <a:solidFill>
                <a:srgbClr val="FFFFFF"/>
              </a:solidFill>
              <a:latin typeface="IBM Plex Sans"/>
              <a:ea typeface="IBM Plex Sans"/>
              <a:cs typeface="IBM Plex Sans"/>
              <a:sym typeface="IBM Plex Sans"/>
            </a:endParaRPr>
          </a:p>
        </p:txBody>
      </p:sp>
      <p:sp>
        <p:nvSpPr>
          <p:cNvPr id="28" name="Google Shape;28;p1"/>
          <p:cNvSpPr txBox="1"/>
          <p:nvPr/>
        </p:nvSpPr>
        <p:spPr>
          <a:xfrm>
            <a:off x="18206642" y="5602152"/>
            <a:ext cx="10550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FFFF"/>
                </a:solidFill>
                <a:latin typeface="IBM Plex Sans"/>
                <a:ea typeface="IBM Plex Sans"/>
                <a:cs typeface="IBM Plex Sans"/>
                <a:sym typeface="IBM Plex Sans"/>
              </a:rPr>
              <a:t>Cyan</a:t>
            </a:r>
            <a:r>
              <a:rPr b="1" i="0" lang="en-US" sz="1800">
                <a:solidFill>
                  <a:srgbClr val="FFFFFF"/>
                </a:solidFill>
                <a:latin typeface="IBM Plex Sans"/>
                <a:ea typeface="IBM Plex Sans"/>
                <a:cs typeface="IBM Plex Sans"/>
                <a:sym typeface="IBM Plex Sans"/>
              </a:rPr>
              <a:t> 60</a:t>
            </a:r>
            <a:endParaRPr b="1" sz="1800">
              <a:solidFill>
                <a:srgbClr val="FFFFFF"/>
              </a:solidFill>
              <a:latin typeface="IBM Plex Sans"/>
              <a:ea typeface="IBM Plex Sans"/>
              <a:cs typeface="IBM Plex Sans"/>
              <a:sym typeface="IBM Plex Sans"/>
            </a:endParaRPr>
          </a:p>
        </p:txBody>
      </p:sp>
      <p:sp>
        <p:nvSpPr>
          <p:cNvPr id="29" name="Google Shape;29;p1"/>
          <p:cNvSpPr/>
          <p:nvPr/>
        </p:nvSpPr>
        <p:spPr>
          <a:xfrm>
            <a:off x="19512379" y="2712316"/>
            <a:ext cx="1267863" cy="1267862"/>
          </a:xfrm>
          <a:prstGeom prst="rect">
            <a:avLst/>
          </a:prstGeom>
          <a:solidFill>
            <a:srgbClr val="121619"/>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2"/>
                </a:solidFill>
                <a:latin typeface="IBM Plex Sans"/>
                <a:ea typeface="IBM Plex Sans"/>
                <a:cs typeface="IBM Plex Sans"/>
                <a:sym typeface="IBM Plex Sans"/>
              </a:rPr>
              <a:t>Icon</a:t>
            </a:r>
            <a:endParaRPr/>
          </a:p>
          <a:p>
            <a:pPr indent="0" lvl="0" marL="0" marR="0" rtl="0" algn="ctr">
              <a:spcBef>
                <a:spcPts val="0"/>
              </a:spcBef>
              <a:spcAft>
                <a:spcPts val="0"/>
              </a:spcAft>
              <a:buNone/>
            </a:pPr>
            <a:r>
              <a:rPr lang="en-US" sz="1800">
                <a:solidFill>
                  <a:schemeClr val="lt2"/>
                </a:solidFill>
                <a:latin typeface="IBM Plex Sans"/>
                <a:ea typeface="IBM Plex Sans"/>
                <a:cs typeface="IBM Plex Sans"/>
                <a:sym typeface="IBM Plex Sans"/>
              </a:rPr>
              <a:t>#</a:t>
            </a:r>
            <a:r>
              <a:rPr b="0" i="0" lang="en-US" sz="1800">
                <a:solidFill>
                  <a:srgbClr val="FFFFFF"/>
                </a:solidFill>
                <a:latin typeface="IBM Plex Mono"/>
                <a:ea typeface="IBM Plex Mono"/>
                <a:cs typeface="IBM Plex Mono"/>
                <a:sym typeface="IBM Plex Mono"/>
              </a:rPr>
              <a:t>000000</a:t>
            </a:r>
            <a:endParaRPr sz="1800">
              <a:solidFill>
                <a:schemeClr val="lt2"/>
              </a:solidFill>
              <a:latin typeface="IBM Plex Sans"/>
              <a:ea typeface="IBM Plex Sans"/>
              <a:cs typeface="IBM Plex Sans"/>
              <a:sym typeface="IBM Plex Sans"/>
            </a:endParaRPr>
          </a:p>
        </p:txBody>
      </p:sp>
      <p:sp>
        <p:nvSpPr>
          <p:cNvPr id="30" name="Google Shape;30;p1"/>
          <p:cNvSpPr/>
          <p:nvPr/>
        </p:nvSpPr>
        <p:spPr>
          <a:xfrm>
            <a:off x="19510690" y="4403963"/>
            <a:ext cx="1264019" cy="1264018"/>
          </a:xfrm>
          <a:prstGeom prst="rect">
            <a:avLst/>
          </a:prstGeom>
          <a:solidFill>
            <a:srgbClr val="FFFFFF"/>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262626"/>
                </a:solidFill>
                <a:latin typeface="IBM Plex Sans"/>
                <a:ea typeface="IBM Plex Sans"/>
                <a:cs typeface="IBM Plex Sans"/>
                <a:sym typeface="IBM Plex Sans"/>
              </a:rPr>
              <a:t>Icon</a:t>
            </a:r>
            <a:endParaRPr/>
          </a:p>
          <a:p>
            <a:pPr indent="0" lvl="0" marL="0" marR="0" rtl="0" algn="ctr">
              <a:spcBef>
                <a:spcPts val="0"/>
              </a:spcBef>
              <a:spcAft>
                <a:spcPts val="0"/>
              </a:spcAft>
              <a:buNone/>
            </a:pPr>
            <a:r>
              <a:rPr lang="en-US" sz="1800">
                <a:solidFill>
                  <a:srgbClr val="262626"/>
                </a:solidFill>
                <a:latin typeface="IBM Plex Sans"/>
                <a:ea typeface="IBM Plex Sans"/>
                <a:cs typeface="IBM Plex Sans"/>
                <a:sym typeface="IBM Plex Sans"/>
              </a:rPr>
              <a:t>#</a:t>
            </a:r>
            <a:r>
              <a:rPr b="0" i="0" lang="en-US" sz="1800">
                <a:solidFill>
                  <a:srgbClr val="262626"/>
                </a:solidFill>
                <a:latin typeface="IBM Plex Mono"/>
                <a:ea typeface="IBM Plex Mono"/>
                <a:cs typeface="IBM Plex Mono"/>
                <a:sym typeface="IBM Plex Mono"/>
              </a:rPr>
              <a:t>FFFFFF</a:t>
            </a:r>
            <a:endParaRPr sz="1800">
              <a:solidFill>
                <a:srgbClr val="262626"/>
              </a:solidFill>
              <a:latin typeface="IBM Plex Sans"/>
              <a:ea typeface="IBM Plex Sans"/>
              <a:cs typeface="IBM Plex Sans"/>
              <a:sym typeface="IBM Plex Sans"/>
            </a:endParaRPr>
          </a:p>
        </p:txBody>
      </p:sp>
      <p:sp>
        <p:nvSpPr>
          <p:cNvPr id="31" name="Google Shape;31;p1"/>
          <p:cNvSpPr/>
          <p:nvPr/>
        </p:nvSpPr>
        <p:spPr>
          <a:xfrm>
            <a:off x="12625444" y="1072749"/>
            <a:ext cx="1235879" cy="1235878"/>
          </a:xfrm>
          <a:prstGeom prst="rect">
            <a:avLst/>
          </a:prstGeom>
          <a:solidFill>
            <a:srgbClr val="F6F2FF"/>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262626"/>
                </a:solidFill>
                <a:latin typeface="IBM Plex Sans"/>
                <a:ea typeface="IBM Plex Sans"/>
                <a:cs typeface="IBM Plex Sans"/>
                <a:sym typeface="IBM Plex Sans"/>
              </a:rPr>
              <a:t>#F6F2FF</a:t>
            </a:r>
            <a:endParaRPr/>
          </a:p>
        </p:txBody>
      </p:sp>
      <p:sp>
        <p:nvSpPr>
          <p:cNvPr id="32" name="Google Shape;32;p1"/>
          <p:cNvSpPr/>
          <p:nvPr/>
        </p:nvSpPr>
        <p:spPr>
          <a:xfrm>
            <a:off x="18071881" y="1072749"/>
            <a:ext cx="1235879" cy="1235878"/>
          </a:xfrm>
          <a:prstGeom prst="rect">
            <a:avLst/>
          </a:prstGeom>
          <a:solidFill>
            <a:srgbClr val="E5F6FF"/>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262626"/>
                </a:solidFill>
                <a:latin typeface="IBM Plex Sans"/>
                <a:ea typeface="IBM Plex Sans"/>
                <a:cs typeface="IBM Plex Sans"/>
                <a:sym typeface="IBM Plex Sans"/>
              </a:rPr>
              <a:t>#E5F6FF</a:t>
            </a:r>
            <a:endParaRPr/>
          </a:p>
        </p:txBody>
      </p:sp>
      <p:sp>
        <p:nvSpPr>
          <p:cNvPr id="33" name="Google Shape;33;p1"/>
          <p:cNvSpPr/>
          <p:nvPr/>
        </p:nvSpPr>
        <p:spPr>
          <a:xfrm>
            <a:off x="14440923" y="1072749"/>
            <a:ext cx="1235879" cy="1235878"/>
          </a:xfrm>
          <a:prstGeom prst="rect">
            <a:avLst/>
          </a:prstGeom>
          <a:solidFill>
            <a:srgbClr val="FFF0F7"/>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262626"/>
                </a:solidFill>
                <a:latin typeface="IBM Plex Sans"/>
                <a:ea typeface="IBM Plex Sans"/>
                <a:cs typeface="IBM Plex Sans"/>
                <a:sym typeface="IBM Plex Sans"/>
              </a:rPr>
              <a:t>#FFF0F7</a:t>
            </a:r>
            <a:endParaRPr/>
          </a:p>
        </p:txBody>
      </p:sp>
      <p:sp>
        <p:nvSpPr>
          <p:cNvPr id="34" name="Google Shape;34;p1"/>
          <p:cNvSpPr/>
          <p:nvPr/>
        </p:nvSpPr>
        <p:spPr>
          <a:xfrm>
            <a:off x="16256402" y="1072749"/>
            <a:ext cx="1235879" cy="1235878"/>
          </a:xfrm>
          <a:prstGeom prst="rect">
            <a:avLst/>
          </a:prstGeom>
          <a:solidFill>
            <a:srgbClr val="D9FBFB"/>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262626"/>
                </a:solidFill>
                <a:latin typeface="IBM Plex Sans"/>
                <a:ea typeface="IBM Plex Sans"/>
                <a:cs typeface="IBM Plex Sans"/>
                <a:sym typeface="IBM Plex Sans"/>
              </a:rPr>
              <a:t>#D9FBFB</a:t>
            </a:r>
            <a:endParaRPr/>
          </a:p>
        </p:txBody>
      </p:sp>
      <p:sp>
        <p:nvSpPr>
          <p:cNvPr id="35" name="Google Shape;35;p1"/>
          <p:cNvSpPr txBox="1"/>
          <p:nvPr/>
        </p:nvSpPr>
        <p:spPr>
          <a:xfrm>
            <a:off x="12602453" y="2256868"/>
            <a:ext cx="12378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FFFFFF"/>
                </a:solidFill>
                <a:latin typeface="IBM Plex Sans"/>
                <a:ea typeface="IBM Plex Sans"/>
                <a:cs typeface="IBM Plex Sans"/>
                <a:sym typeface="IBM Plex Sans"/>
              </a:rPr>
              <a:t>Purple 10</a:t>
            </a:r>
            <a:endParaRPr b="1" sz="1800">
              <a:solidFill>
                <a:srgbClr val="FFFFFF"/>
              </a:solidFill>
              <a:latin typeface="IBM Plex Sans"/>
              <a:ea typeface="IBM Plex Sans"/>
              <a:cs typeface="IBM Plex Sans"/>
              <a:sym typeface="IBM Plex Sans"/>
            </a:endParaRPr>
          </a:p>
        </p:txBody>
      </p:sp>
      <p:sp>
        <p:nvSpPr>
          <p:cNvPr id="36" name="Google Shape;36;p1"/>
          <p:cNvSpPr txBox="1"/>
          <p:nvPr/>
        </p:nvSpPr>
        <p:spPr>
          <a:xfrm>
            <a:off x="14334144" y="2256868"/>
            <a:ext cx="14494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FFFF"/>
                </a:solidFill>
                <a:latin typeface="IBM Plex Sans"/>
                <a:ea typeface="IBM Plex Sans"/>
                <a:cs typeface="IBM Plex Sans"/>
                <a:sym typeface="IBM Plex Sans"/>
              </a:rPr>
              <a:t>Magenta</a:t>
            </a:r>
            <a:r>
              <a:rPr b="1" i="0" lang="en-US" sz="1800">
                <a:solidFill>
                  <a:srgbClr val="FFFFFF"/>
                </a:solidFill>
                <a:latin typeface="IBM Plex Sans"/>
                <a:ea typeface="IBM Plex Sans"/>
                <a:cs typeface="IBM Plex Sans"/>
                <a:sym typeface="IBM Plex Sans"/>
              </a:rPr>
              <a:t> 10</a:t>
            </a:r>
            <a:endParaRPr b="1" sz="1800">
              <a:solidFill>
                <a:srgbClr val="FFFFFF"/>
              </a:solidFill>
              <a:latin typeface="IBM Plex Sans"/>
              <a:ea typeface="IBM Plex Sans"/>
              <a:cs typeface="IBM Plex Sans"/>
              <a:sym typeface="IBM Plex Sans"/>
            </a:endParaRPr>
          </a:p>
        </p:txBody>
      </p:sp>
      <p:sp>
        <p:nvSpPr>
          <p:cNvPr id="37" name="Google Shape;37;p1"/>
          <p:cNvSpPr txBox="1"/>
          <p:nvPr/>
        </p:nvSpPr>
        <p:spPr>
          <a:xfrm>
            <a:off x="16404771" y="2256868"/>
            <a:ext cx="9663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FFFF"/>
                </a:solidFill>
                <a:latin typeface="IBM Plex Sans"/>
                <a:ea typeface="IBM Plex Sans"/>
                <a:cs typeface="IBM Plex Sans"/>
                <a:sym typeface="IBM Plex Sans"/>
              </a:rPr>
              <a:t>Teal</a:t>
            </a:r>
            <a:r>
              <a:rPr b="1" i="0" lang="en-US" sz="1800">
                <a:solidFill>
                  <a:srgbClr val="FFFFFF"/>
                </a:solidFill>
                <a:latin typeface="IBM Plex Sans"/>
                <a:ea typeface="IBM Plex Sans"/>
                <a:cs typeface="IBM Plex Sans"/>
                <a:sym typeface="IBM Plex Sans"/>
              </a:rPr>
              <a:t> 10</a:t>
            </a:r>
            <a:endParaRPr b="1" sz="1800">
              <a:solidFill>
                <a:srgbClr val="FFFFFF"/>
              </a:solidFill>
              <a:latin typeface="IBM Plex Sans"/>
              <a:ea typeface="IBM Plex Sans"/>
              <a:cs typeface="IBM Plex Sans"/>
              <a:sym typeface="IBM Plex Sans"/>
            </a:endParaRPr>
          </a:p>
        </p:txBody>
      </p:sp>
      <p:sp>
        <p:nvSpPr>
          <p:cNvPr id="38" name="Google Shape;38;p1"/>
          <p:cNvSpPr txBox="1"/>
          <p:nvPr/>
        </p:nvSpPr>
        <p:spPr>
          <a:xfrm>
            <a:off x="18206642" y="2256868"/>
            <a:ext cx="10550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FFFF"/>
                </a:solidFill>
                <a:latin typeface="IBM Plex Sans"/>
                <a:ea typeface="IBM Plex Sans"/>
                <a:cs typeface="IBM Plex Sans"/>
                <a:sym typeface="IBM Plex Sans"/>
              </a:rPr>
              <a:t>Cyan</a:t>
            </a:r>
            <a:r>
              <a:rPr b="1" i="0" lang="en-US" sz="1800">
                <a:solidFill>
                  <a:srgbClr val="FFFFFF"/>
                </a:solidFill>
                <a:latin typeface="IBM Plex Sans"/>
                <a:ea typeface="IBM Plex Sans"/>
                <a:cs typeface="IBM Plex Sans"/>
                <a:sym typeface="IBM Plex Sans"/>
              </a:rPr>
              <a:t> 10</a:t>
            </a:r>
            <a:endParaRPr b="1" sz="1800">
              <a:solidFill>
                <a:srgbClr val="FFFFFF"/>
              </a:solidFill>
              <a:latin typeface="IBM Plex Sans"/>
              <a:ea typeface="IBM Plex Sans"/>
              <a:cs typeface="IBM Plex Sans"/>
              <a:sym typeface="IBM Plex Sans"/>
            </a:endParaRPr>
          </a:p>
        </p:txBody>
      </p:sp>
      <p:sp>
        <p:nvSpPr>
          <p:cNvPr id="39" name="Google Shape;39;p1"/>
          <p:cNvSpPr/>
          <p:nvPr/>
        </p:nvSpPr>
        <p:spPr>
          <a:xfrm>
            <a:off x="16222135" y="-2341897"/>
            <a:ext cx="1267863" cy="1267862"/>
          </a:xfrm>
          <a:prstGeom prst="rect">
            <a:avLst/>
          </a:prstGeom>
          <a:solidFill>
            <a:srgbClr val="C1C7CD"/>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Text BG</a:t>
            </a:r>
            <a:endParaRPr/>
          </a:p>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#C1C7CD</a:t>
            </a:r>
            <a:endParaRPr/>
          </a:p>
        </p:txBody>
      </p:sp>
      <p:sp>
        <p:nvSpPr>
          <p:cNvPr id="40" name="Google Shape;40;p1"/>
          <p:cNvSpPr/>
          <p:nvPr/>
        </p:nvSpPr>
        <p:spPr>
          <a:xfrm>
            <a:off x="16222135" y="-801901"/>
            <a:ext cx="1267863" cy="1267862"/>
          </a:xfrm>
          <a:prstGeom prst="rect">
            <a:avLst/>
          </a:prstGeom>
          <a:solidFill>
            <a:srgbClr val="F2F4F8"/>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Text BG</a:t>
            </a:r>
            <a:endParaRPr/>
          </a:p>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#F2F4F8</a:t>
            </a:r>
            <a:endParaRPr/>
          </a:p>
        </p:txBody>
      </p:sp>
      <p:sp>
        <p:nvSpPr>
          <p:cNvPr id="41" name="Google Shape;41;p1"/>
          <p:cNvSpPr/>
          <p:nvPr/>
        </p:nvSpPr>
        <p:spPr>
          <a:xfrm>
            <a:off x="14397282" y="-2352139"/>
            <a:ext cx="1267863" cy="1267862"/>
          </a:xfrm>
          <a:prstGeom prst="rect">
            <a:avLst/>
          </a:prstGeom>
          <a:solidFill>
            <a:srgbClr val="BE95FF"/>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Text BG</a:t>
            </a:r>
            <a:endParaRPr/>
          </a:p>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#BE95FF</a:t>
            </a:r>
            <a:endParaRPr/>
          </a:p>
        </p:txBody>
      </p:sp>
      <p:sp>
        <p:nvSpPr>
          <p:cNvPr id="42" name="Google Shape;42;p1"/>
          <p:cNvSpPr/>
          <p:nvPr/>
        </p:nvSpPr>
        <p:spPr>
          <a:xfrm>
            <a:off x="14397282" y="-812143"/>
            <a:ext cx="1267863" cy="1267862"/>
          </a:xfrm>
          <a:prstGeom prst="rect">
            <a:avLst/>
          </a:prstGeom>
          <a:solidFill>
            <a:srgbClr val="33B1FF"/>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Text BG</a:t>
            </a:r>
            <a:endParaRPr/>
          </a:p>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#33B1FF</a:t>
            </a:r>
            <a:endParaRPr/>
          </a:p>
        </p:txBody>
      </p:sp>
      <p:sp>
        <p:nvSpPr>
          <p:cNvPr id="43" name="Google Shape;43;p1"/>
          <p:cNvSpPr/>
          <p:nvPr/>
        </p:nvSpPr>
        <p:spPr>
          <a:xfrm>
            <a:off x="12572429" y="-2309174"/>
            <a:ext cx="1267863" cy="1267862"/>
          </a:xfrm>
          <a:prstGeom prst="rect">
            <a:avLst/>
          </a:prstGeom>
          <a:solidFill>
            <a:srgbClr val="08BDBA"/>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Text BG</a:t>
            </a:r>
            <a:endParaRPr/>
          </a:p>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#08BDBA</a:t>
            </a:r>
            <a:endParaRPr/>
          </a:p>
        </p:txBody>
      </p:sp>
      <p:sp>
        <p:nvSpPr>
          <p:cNvPr id="44" name="Google Shape;44;p1"/>
          <p:cNvSpPr/>
          <p:nvPr/>
        </p:nvSpPr>
        <p:spPr>
          <a:xfrm>
            <a:off x="12572429" y="-769178"/>
            <a:ext cx="1267863" cy="1267862"/>
          </a:xfrm>
          <a:prstGeom prst="rect">
            <a:avLst/>
          </a:prstGeom>
          <a:solidFill>
            <a:srgbClr val="78A9FF"/>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Text BG</a:t>
            </a:r>
            <a:endParaRPr/>
          </a:p>
          <a:p>
            <a:pPr indent="0" lvl="0" marL="0" marR="0" rtl="0" algn="ctr">
              <a:spcBef>
                <a:spcPts val="0"/>
              </a:spcBef>
              <a:spcAft>
                <a:spcPts val="0"/>
              </a:spcAft>
              <a:buNone/>
            </a:pPr>
            <a:r>
              <a:rPr lang="en-US" sz="1800">
                <a:solidFill>
                  <a:schemeClr val="dk1"/>
                </a:solidFill>
                <a:latin typeface="IBM Plex Sans"/>
                <a:ea typeface="IBM Plex Sans"/>
                <a:cs typeface="IBM Plex Sans"/>
                <a:sym typeface="IBM Plex Sans"/>
              </a:rPr>
              <a:t>#78A9FF</a:t>
            </a:r>
            <a:endParaRPr/>
          </a:p>
        </p:txBody>
      </p:sp>
      <p:sp>
        <p:nvSpPr>
          <p:cNvPr id="45" name="Google Shape;45;p1"/>
          <p:cNvSpPr/>
          <p:nvPr/>
        </p:nvSpPr>
        <p:spPr>
          <a:xfrm>
            <a:off x="17993876" y="-2309174"/>
            <a:ext cx="1267863" cy="1267862"/>
          </a:xfrm>
          <a:prstGeom prst="rect">
            <a:avLst/>
          </a:prstGeom>
          <a:solidFill>
            <a:srgbClr val="525252"/>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2"/>
                </a:solidFill>
                <a:latin typeface="IBM Plex Sans"/>
                <a:ea typeface="IBM Plex Sans"/>
                <a:cs typeface="IBM Plex Sans"/>
                <a:sym typeface="IBM Plex Sans"/>
              </a:rPr>
              <a:t>Labels</a:t>
            </a:r>
            <a:endParaRPr/>
          </a:p>
          <a:p>
            <a:pPr indent="0" lvl="0" marL="0" marR="0" rtl="0" algn="ctr">
              <a:spcBef>
                <a:spcPts val="0"/>
              </a:spcBef>
              <a:spcAft>
                <a:spcPts val="0"/>
              </a:spcAft>
              <a:buNone/>
            </a:pPr>
            <a:r>
              <a:rPr lang="en-US" sz="1800">
                <a:solidFill>
                  <a:schemeClr val="lt2"/>
                </a:solidFill>
                <a:latin typeface="IBM Plex Sans"/>
                <a:ea typeface="IBM Plex Sans"/>
                <a:cs typeface="IBM Plex Sans"/>
                <a:sym typeface="IBM Plex Sans"/>
              </a:rPr>
              <a:t>#525252</a:t>
            </a:r>
            <a:endParaRPr/>
          </a:p>
        </p:txBody>
      </p:sp>
      <p:sp>
        <p:nvSpPr>
          <p:cNvPr id="46" name="Google Shape;46;p1"/>
          <p:cNvSpPr/>
          <p:nvPr/>
        </p:nvSpPr>
        <p:spPr>
          <a:xfrm>
            <a:off x="17993875" y="-812143"/>
            <a:ext cx="1267863" cy="1267862"/>
          </a:xfrm>
          <a:prstGeom prst="rect">
            <a:avLst/>
          </a:prstGeom>
          <a:solidFill>
            <a:srgbClr val="262626"/>
          </a:solid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2"/>
                </a:solidFill>
                <a:latin typeface="IBM Plex Sans"/>
                <a:ea typeface="IBM Plex Sans"/>
                <a:cs typeface="IBM Plex Sans"/>
                <a:sym typeface="IBM Plex Sans"/>
              </a:rPr>
              <a:t>Text</a:t>
            </a:r>
            <a:endParaRPr/>
          </a:p>
          <a:p>
            <a:pPr indent="0" lvl="0" marL="0" marR="0" rtl="0" algn="ctr">
              <a:spcBef>
                <a:spcPts val="0"/>
              </a:spcBef>
              <a:spcAft>
                <a:spcPts val="0"/>
              </a:spcAft>
              <a:buNone/>
            </a:pPr>
            <a:r>
              <a:rPr lang="en-US" sz="1800">
                <a:solidFill>
                  <a:schemeClr val="lt2"/>
                </a:solidFill>
                <a:latin typeface="IBM Plex Sans"/>
                <a:ea typeface="IBM Plex Sans"/>
                <a:cs typeface="IBM Plex Sans"/>
                <a:sym typeface="IBM Plex Sans"/>
              </a:rPr>
              <a:t>#262626</a:t>
            </a:r>
            <a:endParaRPr/>
          </a:p>
        </p:txBody>
      </p:sp>
      <p:pic>
        <p:nvPicPr>
          <p:cNvPr id="47" name="Google Shape;47;p1"/>
          <p:cNvPicPr preferRelativeResize="0"/>
          <p:nvPr/>
        </p:nvPicPr>
        <p:blipFill rotWithShape="1">
          <a:blip r:embed="rId2">
            <a:alphaModFix/>
          </a:blip>
          <a:srcRect b="0" l="0" r="0" t="0"/>
          <a:stretch/>
        </p:blipFill>
        <p:spPr>
          <a:xfrm>
            <a:off x="11337887" y="6372553"/>
            <a:ext cx="613059" cy="243056"/>
          </a:xfrm>
          <a:prstGeom prst="rect">
            <a:avLst/>
          </a:prstGeom>
          <a:noFill/>
          <a:ln>
            <a:noFill/>
          </a:ln>
        </p:spPr>
      </p:pic>
      <p:pic>
        <p:nvPicPr>
          <p:cNvPr id="48" name="Google Shape;48;p1"/>
          <p:cNvPicPr preferRelativeResize="0"/>
          <p:nvPr/>
        </p:nvPicPr>
        <p:blipFill rotWithShape="1">
          <a:blip r:embed="rId3">
            <a:alphaModFix/>
          </a:blip>
          <a:srcRect b="0" l="0" r="0" t="0"/>
          <a:stretch/>
        </p:blipFill>
        <p:spPr>
          <a:xfrm>
            <a:off x="241053" y="6372101"/>
            <a:ext cx="1630680" cy="2476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8"/>
          <p:cNvSpPr txBox="1"/>
          <p:nvPr>
            <p:ph type="ctrTitle"/>
          </p:nvPr>
        </p:nvSpPr>
        <p:spPr>
          <a:xfrm>
            <a:off x="995387" y="1074450"/>
            <a:ext cx="60849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525252"/>
              </a:buClr>
              <a:buSzPts val="4800"/>
              <a:buFont typeface="IBM Plex Sans SemiBold"/>
              <a:buNone/>
            </a:pPr>
            <a:r>
              <a:rPr lang="en-US"/>
              <a:t>IBM Data Analysis Capstone Project</a:t>
            </a:r>
            <a:endParaRPr/>
          </a:p>
        </p:txBody>
      </p:sp>
      <p:sp>
        <p:nvSpPr>
          <p:cNvPr id="74" name="Google Shape;74;p8"/>
          <p:cNvSpPr txBox="1"/>
          <p:nvPr>
            <p:ph idx="1" type="subTitle"/>
          </p:nvPr>
        </p:nvSpPr>
        <p:spPr>
          <a:xfrm>
            <a:off x="-454493" y="3856507"/>
            <a:ext cx="91356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525252"/>
              </a:buClr>
              <a:buSzPts val="2400"/>
              <a:buNone/>
            </a:pPr>
            <a:r>
              <a:rPr lang="en-US"/>
              <a:t>Debanik Dutta</a:t>
            </a:r>
            <a:endParaRPr/>
          </a:p>
        </p:txBody>
      </p:sp>
      <p:pic>
        <p:nvPicPr>
          <p:cNvPr id="75" name="Google Shape;75;p8"/>
          <p:cNvPicPr preferRelativeResize="0"/>
          <p:nvPr/>
        </p:nvPicPr>
        <p:blipFill rotWithShape="1">
          <a:blip r:embed="rId3">
            <a:alphaModFix/>
          </a:blip>
          <a:srcRect b="0" l="0" r="0" t="0"/>
          <a:stretch/>
        </p:blipFill>
        <p:spPr>
          <a:xfrm>
            <a:off x="7184719" y="387350"/>
            <a:ext cx="4794861" cy="43513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9"/>
          <p:cNvPicPr preferRelativeResize="0"/>
          <p:nvPr/>
        </p:nvPicPr>
        <p:blipFill rotWithShape="1">
          <a:blip r:embed="rId3">
            <a:alphaModFix/>
          </a:blip>
          <a:srcRect b="0" l="0" r="0" t="0"/>
          <a:stretch/>
        </p:blipFill>
        <p:spPr>
          <a:xfrm>
            <a:off x="1450711" y="2025672"/>
            <a:ext cx="3194581" cy="3194581"/>
          </a:xfrm>
          <a:prstGeom prst="rect">
            <a:avLst/>
          </a:prstGeom>
          <a:noFill/>
          <a:ln>
            <a:noFill/>
          </a:ln>
        </p:spPr>
      </p:pic>
      <p:sp>
        <p:nvSpPr>
          <p:cNvPr id="81" name="Google Shape;81;p9"/>
          <p:cNvSpPr txBox="1"/>
          <p:nvPr/>
        </p:nvSpPr>
        <p:spPr>
          <a:xfrm>
            <a:off x="782054" y="263810"/>
            <a:ext cx="8508528"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525252"/>
              </a:buClr>
              <a:buSzPts val="4000"/>
              <a:buFont typeface="IBM Plex Sans SemiBold"/>
              <a:buNone/>
            </a:pPr>
            <a:r>
              <a:rPr b="1" i="0" lang="en-US" sz="4000">
                <a:solidFill>
                  <a:srgbClr val="525252"/>
                </a:solidFill>
                <a:latin typeface="IBM Plex Sans SemiBold"/>
                <a:ea typeface="IBM Plex Sans SemiBold"/>
                <a:cs typeface="IBM Plex Sans SemiBold"/>
                <a:sym typeface="IBM Plex Sans SemiBold"/>
              </a:rPr>
              <a:t>OUTLINE</a:t>
            </a:r>
            <a:endParaRPr b="1" i="0" sz="4000">
              <a:solidFill>
                <a:srgbClr val="525252"/>
              </a:solidFill>
              <a:latin typeface="IBM Plex Sans SemiBold"/>
              <a:ea typeface="IBM Plex Sans SemiBold"/>
              <a:cs typeface="IBM Plex Sans SemiBold"/>
              <a:sym typeface="IBM Plex Sans SemiBold"/>
            </a:endParaRPr>
          </a:p>
        </p:txBody>
      </p:sp>
      <p:sp>
        <p:nvSpPr>
          <p:cNvPr id="82" name="Google Shape;82;p9"/>
          <p:cNvSpPr txBox="1"/>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262626"/>
              </a:buClr>
              <a:buSzPts val="2200"/>
              <a:buFont typeface="Arial"/>
              <a:buChar char="•"/>
            </a:pPr>
            <a:r>
              <a:rPr lang="en-US" sz="2200">
                <a:solidFill>
                  <a:srgbClr val="262626"/>
                </a:solidFill>
                <a:latin typeface="IBM Plex Sans"/>
                <a:ea typeface="IBM Plex Sans"/>
                <a:cs typeface="IBM Plex Sans"/>
                <a:sym typeface="IBM Plex Sans"/>
              </a:rPr>
              <a:t>Executive Summary</a:t>
            </a:r>
            <a:endParaRPr/>
          </a:p>
          <a:p>
            <a:pPr indent="-228600" lvl="0" marL="228600" marR="0" rtl="0" algn="l">
              <a:lnSpc>
                <a:spcPct val="90000"/>
              </a:lnSpc>
              <a:spcBef>
                <a:spcPts val="1000"/>
              </a:spcBef>
              <a:spcAft>
                <a:spcPts val="0"/>
              </a:spcAft>
              <a:buClr>
                <a:srgbClr val="262626"/>
              </a:buClr>
              <a:buSzPts val="2200"/>
              <a:buFont typeface="Arial"/>
              <a:buChar char="•"/>
            </a:pPr>
            <a:r>
              <a:rPr lang="en-US" sz="2200">
                <a:solidFill>
                  <a:srgbClr val="262626"/>
                </a:solidFill>
                <a:latin typeface="IBM Plex Sans"/>
                <a:ea typeface="IBM Plex Sans"/>
                <a:cs typeface="IBM Plex Sans"/>
                <a:sym typeface="IBM Plex Sans"/>
              </a:rPr>
              <a:t>Introduction</a:t>
            </a:r>
            <a:endParaRPr/>
          </a:p>
          <a:p>
            <a:pPr indent="-228600" lvl="0" marL="228600" marR="0" rtl="0" algn="l">
              <a:lnSpc>
                <a:spcPct val="90000"/>
              </a:lnSpc>
              <a:spcBef>
                <a:spcPts val="1000"/>
              </a:spcBef>
              <a:spcAft>
                <a:spcPts val="0"/>
              </a:spcAft>
              <a:buClr>
                <a:srgbClr val="262626"/>
              </a:buClr>
              <a:buSzPts val="2200"/>
              <a:buFont typeface="Arial"/>
              <a:buChar char="•"/>
            </a:pPr>
            <a:r>
              <a:rPr lang="en-US" sz="2200">
                <a:solidFill>
                  <a:srgbClr val="262626"/>
                </a:solidFill>
                <a:latin typeface="IBM Plex Sans"/>
                <a:ea typeface="IBM Plex Sans"/>
                <a:cs typeface="IBM Plex Sans"/>
                <a:sym typeface="IBM Plex Sans"/>
              </a:rPr>
              <a:t>Methodology</a:t>
            </a:r>
            <a:endParaRPr/>
          </a:p>
          <a:p>
            <a:pPr indent="-228600" lvl="0" marL="228600" marR="0" rtl="0" algn="l">
              <a:lnSpc>
                <a:spcPct val="90000"/>
              </a:lnSpc>
              <a:spcBef>
                <a:spcPts val="1000"/>
              </a:spcBef>
              <a:spcAft>
                <a:spcPts val="0"/>
              </a:spcAft>
              <a:buClr>
                <a:srgbClr val="262626"/>
              </a:buClr>
              <a:buSzPts val="2200"/>
              <a:buFont typeface="Arial"/>
              <a:buChar char="•"/>
            </a:pPr>
            <a:r>
              <a:rPr lang="en-US" sz="2200">
                <a:solidFill>
                  <a:srgbClr val="262626"/>
                </a:solidFill>
                <a:latin typeface="IBM Plex Sans"/>
                <a:ea typeface="IBM Plex Sans"/>
                <a:cs typeface="IBM Plex Sans"/>
                <a:sym typeface="IBM Plex Sans"/>
              </a:rPr>
              <a:t>Results</a:t>
            </a:r>
            <a:endParaRPr/>
          </a:p>
          <a:p>
            <a:pPr indent="-228600" lvl="1" marL="685800" marR="0" rtl="0" algn="l">
              <a:lnSpc>
                <a:spcPct val="90000"/>
              </a:lnSpc>
              <a:spcBef>
                <a:spcPts val="500"/>
              </a:spcBef>
              <a:spcAft>
                <a:spcPts val="0"/>
              </a:spcAft>
              <a:buClr>
                <a:srgbClr val="262626"/>
              </a:buClr>
              <a:buSzPts val="1800"/>
              <a:buFont typeface="Arial"/>
              <a:buChar char="•"/>
            </a:pPr>
            <a:r>
              <a:rPr b="0" i="0" lang="en-US" sz="1800" u="none" cap="none" strike="noStrike">
                <a:solidFill>
                  <a:srgbClr val="262626"/>
                </a:solidFill>
                <a:latin typeface="IBM Plex Sans"/>
                <a:ea typeface="IBM Plex Sans"/>
                <a:cs typeface="IBM Plex Sans"/>
                <a:sym typeface="IBM Plex Sans"/>
              </a:rPr>
              <a:t>Visualization – Charts</a:t>
            </a:r>
            <a:endParaRPr/>
          </a:p>
          <a:p>
            <a:pPr indent="-228600" lvl="1" marL="685800" marR="0" rtl="0" algn="l">
              <a:lnSpc>
                <a:spcPct val="90000"/>
              </a:lnSpc>
              <a:spcBef>
                <a:spcPts val="500"/>
              </a:spcBef>
              <a:spcAft>
                <a:spcPts val="0"/>
              </a:spcAft>
              <a:buClr>
                <a:srgbClr val="262626"/>
              </a:buClr>
              <a:buSzPts val="1800"/>
              <a:buFont typeface="Arial"/>
              <a:buChar char="•"/>
            </a:pPr>
            <a:r>
              <a:rPr b="0" i="0" lang="en-US" sz="1800" u="none" cap="none" strike="noStrike">
                <a:solidFill>
                  <a:srgbClr val="262626"/>
                </a:solidFill>
                <a:latin typeface="IBM Plex Sans"/>
                <a:ea typeface="IBM Plex Sans"/>
                <a:cs typeface="IBM Plex Sans"/>
                <a:sym typeface="IBM Plex Sans"/>
              </a:rPr>
              <a:t>Dashboard</a:t>
            </a:r>
            <a:endParaRPr/>
          </a:p>
          <a:p>
            <a:pPr indent="-228600" lvl="0" marL="228600" marR="0" rtl="0" algn="l">
              <a:lnSpc>
                <a:spcPct val="90000"/>
              </a:lnSpc>
              <a:spcBef>
                <a:spcPts val="1000"/>
              </a:spcBef>
              <a:spcAft>
                <a:spcPts val="0"/>
              </a:spcAft>
              <a:buClr>
                <a:srgbClr val="262626"/>
              </a:buClr>
              <a:buSzPts val="2200"/>
              <a:buFont typeface="Arial"/>
              <a:buChar char="•"/>
            </a:pPr>
            <a:r>
              <a:rPr lang="en-US" sz="2200">
                <a:solidFill>
                  <a:srgbClr val="262626"/>
                </a:solidFill>
                <a:latin typeface="IBM Plex Sans"/>
                <a:ea typeface="IBM Plex Sans"/>
                <a:cs typeface="IBM Plex Sans"/>
                <a:sym typeface="IBM Plex Sans"/>
              </a:rPr>
              <a:t>Discussion</a:t>
            </a:r>
            <a:endParaRPr/>
          </a:p>
          <a:p>
            <a:pPr indent="-228600" lvl="1" marL="685800" marR="0" rtl="0" algn="l">
              <a:lnSpc>
                <a:spcPct val="90000"/>
              </a:lnSpc>
              <a:spcBef>
                <a:spcPts val="500"/>
              </a:spcBef>
              <a:spcAft>
                <a:spcPts val="0"/>
              </a:spcAft>
              <a:buClr>
                <a:srgbClr val="262626"/>
              </a:buClr>
              <a:buSzPts val="1800"/>
              <a:buFont typeface="Arial"/>
              <a:buChar char="•"/>
            </a:pPr>
            <a:r>
              <a:rPr b="0" i="0" lang="en-US" sz="1800" u="none" cap="none" strike="noStrike">
                <a:solidFill>
                  <a:srgbClr val="262626"/>
                </a:solidFill>
                <a:latin typeface="IBM Plex Sans"/>
                <a:ea typeface="IBM Plex Sans"/>
                <a:cs typeface="IBM Plex Sans"/>
                <a:sym typeface="IBM Plex Sans"/>
              </a:rPr>
              <a:t>Findings &amp; Implications</a:t>
            </a:r>
            <a:endParaRPr/>
          </a:p>
          <a:p>
            <a:pPr indent="-228600" lvl="0" marL="228600" marR="0" rtl="0" algn="l">
              <a:lnSpc>
                <a:spcPct val="90000"/>
              </a:lnSpc>
              <a:spcBef>
                <a:spcPts val="1000"/>
              </a:spcBef>
              <a:spcAft>
                <a:spcPts val="0"/>
              </a:spcAft>
              <a:buClr>
                <a:srgbClr val="262626"/>
              </a:buClr>
              <a:buSzPts val="2200"/>
              <a:buFont typeface="Arial"/>
              <a:buChar char="•"/>
            </a:pPr>
            <a:r>
              <a:rPr lang="en-US" sz="2200">
                <a:solidFill>
                  <a:srgbClr val="262626"/>
                </a:solidFill>
                <a:latin typeface="IBM Plex Sans"/>
                <a:ea typeface="IBM Plex Sans"/>
                <a:cs typeface="IBM Plex Sans"/>
                <a:sym typeface="IBM Plex Sans"/>
              </a:rPr>
              <a:t>Conclusion</a:t>
            </a:r>
            <a:endParaRPr/>
          </a:p>
          <a:p>
            <a:pPr indent="-228600" lvl="0" marL="228600" marR="0" rtl="0" algn="l">
              <a:lnSpc>
                <a:spcPct val="90000"/>
              </a:lnSpc>
              <a:spcBef>
                <a:spcPts val="1000"/>
              </a:spcBef>
              <a:spcAft>
                <a:spcPts val="0"/>
              </a:spcAft>
              <a:buClr>
                <a:srgbClr val="262626"/>
              </a:buClr>
              <a:buSzPts val="2200"/>
              <a:buFont typeface="Arial"/>
              <a:buChar char="•"/>
            </a:pPr>
            <a:r>
              <a:rPr lang="en-US" sz="2200">
                <a:solidFill>
                  <a:srgbClr val="262626"/>
                </a:solidFill>
                <a:latin typeface="IBM Plex Sans"/>
                <a:ea typeface="IBM Plex Sans"/>
                <a:cs typeface="IBM Plex Sans"/>
                <a:sym typeface="IBM Plex Sans"/>
              </a:rPr>
              <a:t>Appendix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0"/>
          <p:cNvSpPr txBox="1"/>
          <p:nvPr>
            <p:ph type="title"/>
          </p:nvPr>
        </p:nvSpPr>
        <p:spPr>
          <a:xfrm>
            <a:off x="733926" y="304965"/>
            <a:ext cx="856510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EXECUTIVE SUMMARY</a:t>
            </a:r>
            <a:endParaRPr/>
          </a:p>
        </p:txBody>
      </p:sp>
      <p:sp>
        <p:nvSpPr>
          <p:cNvPr id="88" name="Google Shape;88;p10"/>
          <p:cNvSpPr txBox="1"/>
          <p:nvPr/>
        </p:nvSpPr>
        <p:spPr>
          <a:xfrm>
            <a:off x="4285075" y="1669049"/>
            <a:ext cx="7068600" cy="44655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5000"/>
              </a:lnSpc>
              <a:spcBef>
                <a:spcPts val="1200"/>
              </a:spcBef>
              <a:spcAft>
                <a:spcPts val="0"/>
              </a:spcAft>
              <a:buNone/>
            </a:pPr>
            <a:r>
              <a:rPr lang="en-US" sz="2200">
                <a:solidFill>
                  <a:srgbClr val="262626"/>
                </a:solidFill>
                <a:latin typeface="IBM Plex Sans"/>
                <a:ea typeface="IBM Plex Sans"/>
                <a:cs typeface="IBM Plex Sans"/>
                <a:sym typeface="IBM Plex Sans"/>
              </a:rPr>
              <a:t>This study analyzes a global developer survey to understand current technology usage and future trends in the software industry. After cleaning and preparing the dataset, key technologies were compared across present and future preferences. The analysis reveals strong dominance of the JavaScript ecosystem, sustained importance of SQL and PostgreSQL, and growing adoption of modern, scalable technologies such as TypeScript, Redis, and cloud platforms.</a:t>
            </a:r>
            <a:endParaRPr sz="2200">
              <a:solidFill>
                <a:srgbClr val="262626"/>
              </a:solidFill>
              <a:latin typeface="IBM Plex Sans"/>
              <a:ea typeface="IBM Plex Sans"/>
              <a:cs typeface="IBM Plex Sans"/>
              <a:sym typeface="IBM Plex Sans"/>
            </a:endParaRPr>
          </a:p>
          <a:p>
            <a:pPr indent="0" lvl="0" marL="0" rtl="0" algn="l">
              <a:lnSpc>
                <a:spcPct val="115000"/>
              </a:lnSpc>
              <a:spcBef>
                <a:spcPts val="1200"/>
              </a:spcBef>
              <a:spcAft>
                <a:spcPts val="1200"/>
              </a:spcAft>
              <a:buNone/>
            </a:pPr>
            <a:r>
              <a:rPr lang="en-US" sz="2200">
                <a:solidFill>
                  <a:srgbClr val="262626"/>
                </a:solidFill>
                <a:latin typeface="IBM Plex Sans"/>
                <a:ea typeface="IBM Plex Sans"/>
                <a:cs typeface="IBM Plex Sans"/>
                <a:sym typeface="IBM Plex Sans"/>
              </a:rPr>
              <a:t>Demographic insights show that the workforce is largely young and globally distributed, with higher education playing a significant role in participation. Overall, the findings highlight a clear industry shift toward data-driven, cloud-first, and performance-oriented development, offering actionable insights for developers, educators, and organizations when planning skills, curricula, and technology stacks.</a:t>
            </a:r>
            <a:endParaRPr sz="2200">
              <a:solidFill>
                <a:srgbClr val="262626"/>
              </a:solidFill>
              <a:latin typeface="IBM Plex Sans"/>
              <a:ea typeface="IBM Plex Sans"/>
              <a:cs typeface="IBM Plex Sans"/>
              <a:sym typeface="IBM Plex Sans"/>
            </a:endParaRPr>
          </a:p>
        </p:txBody>
      </p:sp>
      <p:pic>
        <p:nvPicPr>
          <p:cNvPr id="89" name="Google Shape;89;p10"/>
          <p:cNvPicPr preferRelativeResize="0"/>
          <p:nvPr/>
        </p:nvPicPr>
        <p:blipFill rotWithShape="1">
          <a:blip r:embed="rId3">
            <a:alphaModFix/>
          </a:blip>
          <a:srcRect b="0" l="0" r="0" t="0"/>
          <a:stretch/>
        </p:blipFill>
        <p:spPr>
          <a:xfrm>
            <a:off x="1090494" y="2302762"/>
            <a:ext cx="3194581" cy="31945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1"/>
          <p:cNvSpPr txBox="1"/>
          <p:nvPr>
            <p:ph type="title"/>
          </p:nvPr>
        </p:nvSpPr>
        <p:spPr>
          <a:xfrm>
            <a:off x="770021" y="365125"/>
            <a:ext cx="764786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INTRODUCTION</a:t>
            </a:r>
            <a:endParaRPr/>
          </a:p>
        </p:txBody>
      </p:sp>
      <p:pic>
        <p:nvPicPr>
          <p:cNvPr id="95" name="Google Shape;95;p11"/>
          <p:cNvPicPr preferRelativeResize="0"/>
          <p:nvPr/>
        </p:nvPicPr>
        <p:blipFill rotWithShape="1">
          <a:blip r:embed="rId3">
            <a:alphaModFix/>
          </a:blip>
          <a:srcRect b="0" l="0" r="0" t="0"/>
          <a:stretch/>
        </p:blipFill>
        <p:spPr>
          <a:xfrm>
            <a:off x="994347" y="2262036"/>
            <a:ext cx="3054361" cy="3054361"/>
          </a:xfrm>
          <a:prstGeom prst="rect">
            <a:avLst/>
          </a:prstGeom>
          <a:noFill/>
          <a:ln>
            <a:noFill/>
          </a:ln>
        </p:spPr>
      </p:pic>
      <p:sp>
        <p:nvSpPr>
          <p:cNvPr id="96" name="Google Shape;96;p11"/>
          <p:cNvSpPr txBox="1"/>
          <p:nvPr/>
        </p:nvSpPr>
        <p:spPr>
          <a:xfrm>
            <a:off x="4285075" y="1825625"/>
            <a:ext cx="7068725" cy="4351338"/>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15000"/>
              </a:lnSpc>
              <a:spcBef>
                <a:spcPts val="500"/>
              </a:spcBef>
              <a:spcAft>
                <a:spcPts val="0"/>
              </a:spcAft>
              <a:buNone/>
            </a:pPr>
            <a:r>
              <a:rPr lang="en-US" sz="1850">
                <a:latin typeface="IBM Plex Sans"/>
                <a:ea typeface="IBM Plex Sans"/>
                <a:cs typeface="IBM Plex Sans"/>
                <a:sym typeface="IBM Plex Sans"/>
              </a:rPr>
              <a:t>The rapid evolution of software technologies has created a dynamic and highly competitive development landscape. Understanding which programming languages, databases, and platforms are currently in use—and which are expected to gain importance in the future—is essential for developers, organizations, and educators.</a:t>
            </a:r>
            <a:endParaRPr sz="1850">
              <a:latin typeface="IBM Plex Sans"/>
              <a:ea typeface="IBM Plex Sans"/>
              <a:cs typeface="IBM Plex Sans"/>
              <a:sym typeface="IBM Plex Sans"/>
            </a:endParaRPr>
          </a:p>
          <a:p>
            <a:pPr indent="0" lvl="0" marL="0" marR="0" rtl="0" algn="l">
              <a:lnSpc>
                <a:spcPct val="115000"/>
              </a:lnSpc>
              <a:spcBef>
                <a:spcPts val="500"/>
              </a:spcBef>
              <a:spcAft>
                <a:spcPts val="0"/>
              </a:spcAft>
              <a:buNone/>
            </a:pPr>
            <a:r>
              <a:t/>
            </a:r>
            <a:endParaRPr sz="1850">
              <a:latin typeface="IBM Plex Sans"/>
              <a:ea typeface="IBM Plex Sans"/>
              <a:cs typeface="IBM Plex Sans"/>
              <a:sym typeface="IBM Plex Sans"/>
            </a:endParaRPr>
          </a:p>
          <a:p>
            <a:pPr indent="0" lvl="0" marL="0" marR="0" rtl="0" algn="l">
              <a:lnSpc>
                <a:spcPct val="115000"/>
              </a:lnSpc>
              <a:spcBef>
                <a:spcPts val="500"/>
              </a:spcBef>
              <a:spcAft>
                <a:spcPts val="0"/>
              </a:spcAft>
              <a:buNone/>
            </a:pPr>
            <a:r>
              <a:rPr lang="en-US" sz="1850">
                <a:latin typeface="IBM Plex Sans"/>
                <a:ea typeface="IBM Plex Sans"/>
                <a:cs typeface="IBM Plex Sans"/>
                <a:sym typeface="IBM Plex Sans"/>
              </a:rPr>
              <a:t>This study analyzes a global developer survey to examine technology usage patterns, future preferences, and demographic trends within the developer community. By leveraging data analysis and visualization techniques, the project aims to identify dominant technologies, emerging trends, and their implications for skill development and industry adoption.</a:t>
            </a:r>
            <a:endParaRPr sz="1850">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2"/>
          <p:cNvSpPr txBox="1"/>
          <p:nvPr>
            <p:ph type="title"/>
          </p:nvPr>
        </p:nvSpPr>
        <p:spPr>
          <a:xfrm>
            <a:off x="782053" y="376642"/>
            <a:ext cx="7230723"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METHODOLOGY</a:t>
            </a:r>
            <a:endParaRPr/>
          </a:p>
        </p:txBody>
      </p:sp>
      <p:sp>
        <p:nvSpPr>
          <p:cNvPr id="102" name="Google Shape;102;p12"/>
          <p:cNvSpPr txBox="1"/>
          <p:nvPr/>
        </p:nvSpPr>
        <p:spPr>
          <a:xfrm>
            <a:off x="4285075" y="1825625"/>
            <a:ext cx="7068725" cy="4351338"/>
          </a:xfrm>
          <a:prstGeom prst="rect">
            <a:avLst/>
          </a:prstGeom>
          <a:noFill/>
          <a:ln>
            <a:noFill/>
          </a:ln>
        </p:spPr>
        <p:txBody>
          <a:bodyPr anchorCtr="0" anchor="t" bIns="45700" lIns="91425" spcFirstLastPara="1" rIns="91425" wrap="square" tIns="45700">
            <a:normAutofit fontScale="70000" lnSpcReduction="20000"/>
          </a:bodyPr>
          <a:lstStyle/>
          <a:p>
            <a:pPr indent="-186690" lvl="0" marL="228600" marR="0" rtl="0" algn="l">
              <a:lnSpc>
                <a:spcPct val="115000"/>
              </a:lnSpc>
              <a:spcBef>
                <a:spcPts val="0"/>
              </a:spcBef>
              <a:spcAft>
                <a:spcPts val="0"/>
              </a:spcAft>
              <a:buClr>
                <a:srgbClr val="262626"/>
              </a:buClr>
              <a:buSzPct val="100000"/>
              <a:buFont typeface="Arial"/>
              <a:buChar char="•"/>
            </a:pPr>
            <a:r>
              <a:rPr lang="en-US" sz="2200">
                <a:solidFill>
                  <a:srgbClr val="262626"/>
                </a:solidFill>
                <a:latin typeface="IBM Plex Sans"/>
                <a:ea typeface="IBM Plex Sans"/>
                <a:cs typeface="IBM Plex Sans"/>
                <a:sym typeface="IBM Plex Sans"/>
              </a:rPr>
              <a:t>Data Source: Used a developer survey dataset containing demographic, technology usage, and preference-related responses.</a:t>
            </a:r>
            <a:endParaRPr sz="2200">
              <a:solidFill>
                <a:srgbClr val="262626"/>
              </a:solidFill>
              <a:latin typeface="IBM Plex Sans"/>
              <a:ea typeface="IBM Plex Sans"/>
              <a:cs typeface="IBM Plex Sans"/>
              <a:sym typeface="IBM Plex Sans"/>
            </a:endParaRPr>
          </a:p>
          <a:p>
            <a:pPr indent="-186690" lvl="0" marL="228600" marR="0" rtl="0" algn="l">
              <a:lnSpc>
                <a:spcPct val="115000"/>
              </a:lnSpc>
              <a:spcBef>
                <a:spcPts val="0"/>
              </a:spcBef>
              <a:spcAft>
                <a:spcPts val="0"/>
              </a:spcAft>
              <a:buClr>
                <a:srgbClr val="262626"/>
              </a:buClr>
              <a:buSzPct val="100000"/>
              <a:buFont typeface="Arial"/>
              <a:buChar char="•"/>
            </a:pPr>
            <a:r>
              <a:rPr lang="en-US" sz="2200">
                <a:solidFill>
                  <a:srgbClr val="262626"/>
                </a:solidFill>
                <a:latin typeface="IBM Plex Sans"/>
                <a:ea typeface="IBM Plex Sans"/>
                <a:cs typeface="IBM Plex Sans"/>
                <a:sym typeface="IBM Plex Sans"/>
              </a:rPr>
              <a:t>Data Cleaning: Removed duplicates, handled missing values, and standardized column names for consistency.</a:t>
            </a:r>
            <a:endParaRPr sz="2200">
              <a:solidFill>
                <a:srgbClr val="262626"/>
              </a:solidFill>
              <a:latin typeface="IBM Plex Sans"/>
              <a:ea typeface="IBM Plex Sans"/>
              <a:cs typeface="IBM Plex Sans"/>
              <a:sym typeface="IBM Plex Sans"/>
            </a:endParaRPr>
          </a:p>
          <a:p>
            <a:pPr indent="-186690" lvl="0" marL="228600" marR="0" rtl="0" algn="l">
              <a:lnSpc>
                <a:spcPct val="115000"/>
              </a:lnSpc>
              <a:spcBef>
                <a:spcPts val="0"/>
              </a:spcBef>
              <a:spcAft>
                <a:spcPts val="0"/>
              </a:spcAft>
              <a:buClr>
                <a:srgbClr val="262626"/>
              </a:buClr>
              <a:buSzPct val="100000"/>
              <a:buFont typeface="Arial"/>
              <a:buChar char="•"/>
            </a:pPr>
            <a:r>
              <a:rPr lang="en-US" sz="2200">
                <a:solidFill>
                  <a:srgbClr val="262626"/>
                </a:solidFill>
                <a:latin typeface="IBM Plex Sans"/>
                <a:ea typeface="IBM Plex Sans"/>
                <a:cs typeface="IBM Plex Sans"/>
                <a:sym typeface="IBM Plex Sans"/>
              </a:rPr>
              <a:t>Data Preparation: Split multi-valued fields (languages, databases, platforms) into analyzable formats.</a:t>
            </a:r>
            <a:endParaRPr sz="2200">
              <a:solidFill>
                <a:srgbClr val="262626"/>
              </a:solidFill>
              <a:latin typeface="IBM Plex Sans"/>
              <a:ea typeface="IBM Plex Sans"/>
              <a:cs typeface="IBM Plex Sans"/>
              <a:sym typeface="IBM Plex Sans"/>
            </a:endParaRPr>
          </a:p>
          <a:p>
            <a:pPr indent="-186690" lvl="0" marL="228600" marR="0" rtl="0" algn="l">
              <a:lnSpc>
                <a:spcPct val="115000"/>
              </a:lnSpc>
              <a:spcBef>
                <a:spcPts val="0"/>
              </a:spcBef>
              <a:spcAft>
                <a:spcPts val="0"/>
              </a:spcAft>
              <a:buClr>
                <a:srgbClr val="262626"/>
              </a:buClr>
              <a:buSzPct val="100000"/>
              <a:buFont typeface="Arial"/>
              <a:buChar char="•"/>
            </a:pPr>
            <a:r>
              <a:rPr lang="en-US" sz="2200">
                <a:solidFill>
                  <a:srgbClr val="262626"/>
                </a:solidFill>
                <a:latin typeface="IBM Plex Sans"/>
                <a:ea typeface="IBM Plex Sans"/>
                <a:cs typeface="IBM Plex Sans"/>
                <a:sym typeface="IBM Plex Sans"/>
              </a:rPr>
              <a:t>Data Transformation: Aggregated responses to calculate frequencies and top-10 rankings.</a:t>
            </a:r>
            <a:endParaRPr sz="2200">
              <a:solidFill>
                <a:srgbClr val="262626"/>
              </a:solidFill>
              <a:latin typeface="IBM Plex Sans"/>
              <a:ea typeface="IBM Plex Sans"/>
              <a:cs typeface="IBM Plex Sans"/>
              <a:sym typeface="IBM Plex Sans"/>
            </a:endParaRPr>
          </a:p>
          <a:p>
            <a:pPr indent="-186690" lvl="0" marL="228600" marR="0" rtl="0" algn="l">
              <a:lnSpc>
                <a:spcPct val="115000"/>
              </a:lnSpc>
              <a:spcBef>
                <a:spcPts val="0"/>
              </a:spcBef>
              <a:spcAft>
                <a:spcPts val="0"/>
              </a:spcAft>
              <a:buClr>
                <a:srgbClr val="262626"/>
              </a:buClr>
              <a:buSzPct val="100000"/>
              <a:buFont typeface="Arial"/>
              <a:buChar char="•"/>
            </a:pPr>
            <a:r>
              <a:rPr lang="en-US" sz="2200">
                <a:solidFill>
                  <a:srgbClr val="262626"/>
                </a:solidFill>
                <a:latin typeface="IBM Plex Sans"/>
                <a:ea typeface="IBM Plex Sans"/>
                <a:cs typeface="IBM Plex Sans"/>
                <a:sym typeface="IBM Plex Sans"/>
              </a:rPr>
              <a:t>Comparative Analysis: Compared current usage vs. future preferences for technologies.</a:t>
            </a:r>
            <a:endParaRPr sz="2200">
              <a:solidFill>
                <a:srgbClr val="262626"/>
              </a:solidFill>
              <a:latin typeface="IBM Plex Sans"/>
              <a:ea typeface="IBM Plex Sans"/>
              <a:cs typeface="IBM Plex Sans"/>
              <a:sym typeface="IBM Plex Sans"/>
            </a:endParaRPr>
          </a:p>
          <a:p>
            <a:pPr indent="-186690" lvl="0" marL="228600" marR="0" rtl="0" algn="l">
              <a:lnSpc>
                <a:spcPct val="115000"/>
              </a:lnSpc>
              <a:spcBef>
                <a:spcPts val="0"/>
              </a:spcBef>
              <a:spcAft>
                <a:spcPts val="0"/>
              </a:spcAft>
              <a:buClr>
                <a:srgbClr val="262626"/>
              </a:buClr>
              <a:buSzPct val="100000"/>
              <a:buFont typeface="Arial"/>
              <a:buChar char="•"/>
            </a:pPr>
            <a:r>
              <a:rPr lang="en-US" sz="2200">
                <a:solidFill>
                  <a:srgbClr val="262626"/>
                </a:solidFill>
                <a:latin typeface="IBM Plex Sans"/>
                <a:ea typeface="IBM Plex Sans"/>
                <a:cs typeface="IBM Plex Sans"/>
                <a:sym typeface="IBM Plex Sans"/>
              </a:rPr>
              <a:t>Visualization: Created bar charts, pie charts, maps, and word clouds to highlight key patterns.</a:t>
            </a:r>
            <a:endParaRPr sz="2200">
              <a:solidFill>
                <a:srgbClr val="262626"/>
              </a:solidFill>
              <a:latin typeface="IBM Plex Sans"/>
              <a:ea typeface="IBM Plex Sans"/>
              <a:cs typeface="IBM Plex Sans"/>
              <a:sym typeface="IBM Plex Sans"/>
            </a:endParaRPr>
          </a:p>
          <a:p>
            <a:pPr indent="-186690" lvl="0" marL="228600" marR="0" rtl="0" algn="l">
              <a:lnSpc>
                <a:spcPct val="115000"/>
              </a:lnSpc>
              <a:spcBef>
                <a:spcPts val="0"/>
              </a:spcBef>
              <a:spcAft>
                <a:spcPts val="0"/>
              </a:spcAft>
              <a:buClr>
                <a:srgbClr val="262626"/>
              </a:buClr>
              <a:buSzPct val="100000"/>
              <a:buFont typeface="Arial"/>
              <a:buChar char="•"/>
            </a:pPr>
            <a:r>
              <a:rPr lang="en-US" sz="2200">
                <a:solidFill>
                  <a:srgbClr val="262626"/>
                </a:solidFill>
                <a:latin typeface="IBM Plex Sans"/>
                <a:ea typeface="IBM Plex Sans"/>
                <a:cs typeface="IBM Plex Sans"/>
                <a:sym typeface="IBM Plex Sans"/>
              </a:rPr>
              <a:t>Dashboard Development: Built an interactive dashboard using IBM Cognos Analytics.</a:t>
            </a:r>
            <a:endParaRPr sz="2200">
              <a:solidFill>
                <a:srgbClr val="262626"/>
              </a:solidFill>
              <a:latin typeface="IBM Plex Sans"/>
              <a:ea typeface="IBM Plex Sans"/>
              <a:cs typeface="IBM Plex Sans"/>
              <a:sym typeface="IBM Plex Sans"/>
            </a:endParaRPr>
          </a:p>
          <a:p>
            <a:pPr indent="-186690" lvl="0" marL="228600" marR="0" rtl="0" algn="l">
              <a:lnSpc>
                <a:spcPct val="115000"/>
              </a:lnSpc>
              <a:spcBef>
                <a:spcPts val="0"/>
              </a:spcBef>
              <a:spcAft>
                <a:spcPts val="0"/>
              </a:spcAft>
              <a:buClr>
                <a:srgbClr val="262626"/>
              </a:buClr>
              <a:buSzPct val="100000"/>
              <a:buFont typeface="Arial"/>
              <a:buChar char="•"/>
            </a:pPr>
            <a:r>
              <a:rPr lang="en-US" sz="2200">
                <a:solidFill>
                  <a:srgbClr val="262626"/>
                </a:solidFill>
                <a:latin typeface="IBM Plex Sans"/>
                <a:ea typeface="IBM Plex Sans"/>
                <a:cs typeface="IBM Plex Sans"/>
                <a:sym typeface="IBM Plex Sans"/>
              </a:rPr>
              <a:t>Interpretation: Analyzed trends across age, education, geography, and technology categories.</a:t>
            </a:r>
            <a:endParaRPr sz="2200">
              <a:solidFill>
                <a:srgbClr val="262626"/>
              </a:solidFill>
              <a:latin typeface="IBM Plex Sans"/>
              <a:ea typeface="IBM Plex Sans"/>
              <a:cs typeface="IBM Plex Sans"/>
              <a:sym typeface="IBM Plex Sans"/>
            </a:endParaRPr>
          </a:p>
          <a:p>
            <a:pPr indent="-186690" lvl="0" marL="228600" marR="0" rtl="0" algn="l">
              <a:lnSpc>
                <a:spcPct val="115000"/>
              </a:lnSpc>
              <a:spcBef>
                <a:spcPts val="0"/>
              </a:spcBef>
              <a:spcAft>
                <a:spcPts val="0"/>
              </a:spcAft>
              <a:buClr>
                <a:srgbClr val="262626"/>
              </a:buClr>
              <a:buSzPct val="100000"/>
              <a:buFont typeface="Arial"/>
              <a:buChar char="•"/>
            </a:pPr>
            <a:r>
              <a:rPr lang="en-US" sz="2200">
                <a:solidFill>
                  <a:srgbClr val="262626"/>
                </a:solidFill>
                <a:latin typeface="IBM Plex Sans"/>
                <a:ea typeface="IBM Plex Sans"/>
                <a:cs typeface="IBM Plex Sans"/>
                <a:sym typeface="IBM Plex Sans"/>
              </a:rPr>
              <a:t>Reporting: Summarized insights into findings, discussions, implications, and conclusions for presentation.</a:t>
            </a:r>
            <a:endParaRPr sz="2200">
              <a:solidFill>
                <a:srgbClr val="262626"/>
              </a:solidFill>
              <a:latin typeface="IBM Plex Sans"/>
              <a:ea typeface="IBM Plex Sans"/>
              <a:cs typeface="IBM Plex Sans"/>
              <a:sym typeface="IBM Plex Sans"/>
            </a:endParaRPr>
          </a:p>
        </p:txBody>
      </p:sp>
      <p:pic>
        <p:nvPicPr>
          <p:cNvPr id="103" name="Google Shape;103;p12"/>
          <p:cNvPicPr preferRelativeResize="0"/>
          <p:nvPr/>
        </p:nvPicPr>
        <p:blipFill rotWithShape="1">
          <a:blip r:embed="rId3">
            <a:alphaModFix/>
          </a:blip>
          <a:srcRect b="0" l="0" r="0" t="0"/>
          <a:stretch/>
        </p:blipFill>
        <p:spPr>
          <a:xfrm>
            <a:off x="979655" y="1831709"/>
            <a:ext cx="3194581" cy="31945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PROGRAMMING LANGUAGE TRENDS</a:t>
            </a:r>
            <a:endParaRPr/>
          </a:p>
        </p:txBody>
      </p:sp>
      <p:sp>
        <p:nvSpPr>
          <p:cNvPr id="109" name="Google Shape;109;p13"/>
          <p:cNvSpPr txBox="1"/>
          <p:nvPr>
            <p:ph idx="1" type="body"/>
          </p:nvPr>
        </p:nvSpPr>
        <p:spPr>
          <a:xfrm>
            <a:off x="813816" y="1825625"/>
            <a:ext cx="2228642" cy="50193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62626"/>
              </a:buClr>
              <a:buSzPts val="2800"/>
              <a:buNone/>
            </a:pPr>
            <a:r>
              <a:rPr lang="en-US"/>
              <a:t>Current Year</a:t>
            </a:r>
            <a:endParaRPr/>
          </a:p>
        </p:txBody>
      </p:sp>
      <p:sp>
        <p:nvSpPr>
          <p:cNvPr id="110" name="Google Shape;110;p13"/>
          <p:cNvSpPr txBox="1"/>
          <p:nvPr>
            <p:ph idx="2" type="body"/>
          </p:nvPr>
        </p:nvSpPr>
        <p:spPr>
          <a:xfrm>
            <a:off x="6172200" y="1825625"/>
            <a:ext cx="1758142" cy="50193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62626"/>
              </a:buClr>
              <a:buSzPts val="2800"/>
              <a:buNone/>
            </a:pPr>
            <a:r>
              <a:rPr lang="en-US"/>
              <a:t>Next Year</a:t>
            </a:r>
            <a:endParaRPr/>
          </a:p>
        </p:txBody>
      </p:sp>
      <p:pic>
        <p:nvPicPr>
          <p:cNvPr id="111" name="Google Shape;111;p13" title="2.png"/>
          <p:cNvPicPr preferRelativeResize="0"/>
          <p:nvPr/>
        </p:nvPicPr>
        <p:blipFill>
          <a:blip r:embed="rId3">
            <a:alphaModFix/>
          </a:blip>
          <a:stretch>
            <a:fillRect/>
          </a:stretch>
        </p:blipFill>
        <p:spPr>
          <a:xfrm>
            <a:off x="838200" y="2462500"/>
            <a:ext cx="4932125" cy="3679500"/>
          </a:xfrm>
          <a:prstGeom prst="rect">
            <a:avLst/>
          </a:prstGeom>
          <a:noFill/>
          <a:ln>
            <a:noFill/>
          </a:ln>
        </p:spPr>
      </p:pic>
      <p:pic>
        <p:nvPicPr>
          <p:cNvPr id="112" name="Google Shape;112;p13" title="1.png"/>
          <p:cNvPicPr preferRelativeResize="0"/>
          <p:nvPr/>
        </p:nvPicPr>
        <p:blipFill>
          <a:blip r:embed="rId4">
            <a:alphaModFix/>
          </a:blip>
          <a:stretch>
            <a:fillRect/>
          </a:stretch>
        </p:blipFill>
        <p:spPr>
          <a:xfrm>
            <a:off x="6172200" y="2479975"/>
            <a:ext cx="4932125" cy="367951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2800"/>
              <a:buFont typeface="IBM Plex Sans SemiBold"/>
              <a:buNone/>
            </a:pPr>
            <a:r>
              <a:rPr lang="en-US" sz="2800"/>
              <a:t>PROGRAMMING LANGUAGE TRENDS - FINDINGS &amp; IMPLICATIONS</a:t>
            </a:r>
            <a:endParaRPr/>
          </a:p>
        </p:txBody>
      </p:sp>
      <p:sp>
        <p:nvSpPr>
          <p:cNvPr id="118" name="Google Shape;118;p14"/>
          <p:cNvSpPr txBox="1"/>
          <p:nvPr>
            <p:ph idx="1" type="body"/>
          </p:nvPr>
        </p:nvSpPr>
        <p:spPr>
          <a:xfrm>
            <a:off x="813816" y="1825625"/>
            <a:ext cx="5181600" cy="43512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15000"/>
              </a:lnSpc>
              <a:spcBef>
                <a:spcPts val="0"/>
              </a:spcBef>
              <a:spcAft>
                <a:spcPts val="0"/>
              </a:spcAft>
              <a:buClr>
                <a:srgbClr val="262626"/>
              </a:buClr>
              <a:buSzPct val="100000"/>
              <a:buNone/>
            </a:pPr>
            <a:r>
              <a:rPr lang="en-US"/>
              <a:t>Findings</a:t>
            </a:r>
            <a:endParaRPr/>
          </a:p>
          <a:p>
            <a:pPr indent="0" lvl="0" marL="0" rtl="0" algn="l">
              <a:lnSpc>
                <a:spcPct val="115000"/>
              </a:lnSpc>
              <a:spcBef>
                <a:spcPts val="1000"/>
              </a:spcBef>
              <a:spcAft>
                <a:spcPts val="0"/>
              </a:spcAft>
              <a:buClr>
                <a:srgbClr val="262626"/>
              </a:buClr>
              <a:buSzPct val="100000"/>
              <a:buNone/>
            </a:pPr>
            <a:r>
              <a:t/>
            </a:r>
            <a:endParaRPr/>
          </a:p>
          <a:p>
            <a:pPr indent="-175260" lvl="0" marL="228600" rtl="0" algn="l">
              <a:lnSpc>
                <a:spcPct val="115000"/>
              </a:lnSpc>
              <a:spcBef>
                <a:spcPts val="1000"/>
              </a:spcBef>
              <a:spcAft>
                <a:spcPts val="0"/>
              </a:spcAft>
              <a:buClr>
                <a:srgbClr val="262626"/>
              </a:buClr>
              <a:buSzPct val="100000"/>
              <a:buChar char="•"/>
            </a:pPr>
            <a:r>
              <a:rPr lang="en-US"/>
              <a:t>JavaScript leads in both years → continues to dominate development.</a:t>
            </a:r>
            <a:endParaRPr/>
          </a:p>
          <a:p>
            <a:pPr indent="-175260" lvl="0" marL="228600" rtl="0" algn="l">
              <a:lnSpc>
                <a:spcPct val="115000"/>
              </a:lnSpc>
              <a:spcBef>
                <a:spcPts val="1000"/>
              </a:spcBef>
              <a:spcAft>
                <a:spcPts val="0"/>
              </a:spcAft>
              <a:buClr>
                <a:srgbClr val="262626"/>
              </a:buClr>
              <a:buSzPct val="100000"/>
              <a:buChar char="•"/>
            </a:pPr>
            <a:r>
              <a:rPr lang="en-US"/>
              <a:t>SQL remains essential → strong demand for data-driven roles.</a:t>
            </a:r>
            <a:endParaRPr/>
          </a:p>
          <a:p>
            <a:pPr indent="-175260" lvl="0" marL="228600" rtl="0" algn="l">
              <a:lnSpc>
                <a:spcPct val="115000"/>
              </a:lnSpc>
              <a:spcBef>
                <a:spcPts val="1000"/>
              </a:spcBef>
              <a:spcAft>
                <a:spcPts val="0"/>
              </a:spcAft>
              <a:buClr>
                <a:srgbClr val="262626"/>
              </a:buClr>
              <a:buSzPct val="100000"/>
              <a:buChar char="•"/>
            </a:pPr>
            <a:r>
              <a:rPr lang="en-US"/>
              <a:t>TypeScript rising → preference for scalable, maintainable code.</a:t>
            </a:r>
            <a:endParaRPr/>
          </a:p>
          <a:p>
            <a:pPr indent="-175260" lvl="0" marL="228600" rtl="0" algn="l">
              <a:lnSpc>
                <a:spcPct val="115000"/>
              </a:lnSpc>
              <a:spcBef>
                <a:spcPts val="1000"/>
              </a:spcBef>
              <a:spcAft>
                <a:spcPts val="0"/>
              </a:spcAft>
              <a:buClr>
                <a:srgbClr val="262626"/>
              </a:buClr>
              <a:buSzPct val="100000"/>
              <a:buChar char="•"/>
            </a:pPr>
            <a:r>
              <a:rPr lang="en-US"/>
              <a:t>Python stays important → core for AI, ML, and automation.</a:t>
            </a:r>
            <a:endParaRPr/>
          </a:p>
          <a:p>
            <a:pPr indent="-175260" lvl="0" marL="228600" rtl="0" algn="l">
              <a:lnSpc>
                <a:spcPct val="115000"/>
              </a:lnSpc>
              <a:spcBef>
                <a:spcPts val="1000"/>
              </a:spcBef>
              <a:spcAft>
                <a:spcPts val="0"/>
              </a:spcAft>
              <a:buClr>
                <a:srgbClr val="262626"/>
              </a:buClr>
              <a:buSzPct val="100000"/>
              <a:buChar char="•"/>
            </a:pPr>
            <a:r>
              <a:rPr lang="en-US"/>
              <a:t>Go &amp; Rust gaining traction → focus on performance and systems.</a:t>
            </a:r>
            <a:endParaRPr/>
          </a:p>
        </p:txBody>
      </p:sp>
      <p:sp>
        <p:nvSpPr>
          <p:cNvPr id="119" name="Google Shape;119;p14"/>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fontScale="70000"/>
          </a:bodyPr>
          <a:lstStyle/>
          <a:p>
            <a:pPr indent="0" lvl="0" marL="0" rtl="0" algn="l">
              <a:lnSpc>
                <a:spcPct val="115000"/>
              </a:lnSpc>
              <a:spcBef>
                <a:spcPts val="0"/>
              </a:spcBef>
              <a:spcAft>
                <a:spcPts val="0"/>
              </a:spcAft>
              <a:buClr>
                <a:srgbClr val="262626"/>
              </a:buClr>
              <a:buSzPct val="100000"/>
              <a:buNone/>
            </a:pPr>
            <a:r>
              <a:rPr lang="en-US"/>
              <a:t>Implications</a:t>
            </a:r>
            <a:endParaRPr/>
          </a:p>
          <a:p>
            <a:pPr indent="0" lvl="0" marL="0" rtl="0" algn="l">
              <a:lnSpc>
                <a:spcPct val="115000"/>
              </a:lnSpc>
              <a:spcBef>
                <a:spcPts val="1000"/>
              </a:spcBef>
              <a:spcAft>
                <a:spcPts val="0"/>
              </a:spcAft>
              <a:buClr>
                <a:srgbClr val="262626"/>
              </a:buClr>
              <a:buSzPct val="100000"/>
              <a:buNone/>
            </a:pPr>
            <a:r>
              <a:t/>
            </a:r>
            <a:endParaRPr/>
          </a:p>
          <a:p>
            <a:pPr indent="-175260" lvl="0" marL="228600" rtl="0" algn="l">
              <a:lnSpc>
                <a:spcPct val="115000"/>
              </a:lnSpc>
              <a:spcBef>
                <a:spcPts val="1000"/>
              </a:spcBef>
              <a:spcAft>
                <a:spcPts val="0"/>
              </a:spcAft>
              <a:buClr>
                <a:srgbClr val="262626"/>
              </a:buClr>
              <a:buSzPct val="100000"/>
              <a:buChar char="•"/>
            </a:pPr>
            <a:r>
              <a:rPr lang="en-US"/>
              <a:t>Prioritize JS, SQL, TypeScript for employability.</a:t>
            </a:r>
            <a:endParaRPr/>
          </a:p>
          <a:p>
            <a:pPr indent="-175260" lvl="0" marL="228600" rtl="0" algn="l">
              <a:lnSpc>
                <a:spcPct val="115000"/>
              </a:lnSpc>
              <a:spcBef>
                <a:spcPts val="1000"/>
              </a:spcBef>
              <a:spcAft>
                <a:spcPts val="0"/>
              </a:spcAft>
              <a:buClr>
                <a:srgbClr val="262626"/>
              </a:buClr>
              <a:buSzPct val="100000"/>
              <a:buChar char="•"/>
            </a:pPr>
            <a:r>
              <a:rPr lang="en-US"/>
              <a:t>Add Python or Go/Rust based on specialization.</a:t>
            </a:r>
            <a:endParaRPr/>
          </a:p>
          <a:p>
            <a:pPr indent="-175260" lvl="0" marL="228600" rtl="0" algn="l">
              <a:lnSpc>
                <a:spcPct val="115000"/>
              </a:lnSpc>
              <a:spcBef>
                <a:spcPts val="1000"/>
              </a:spcBef>
              <a:spcAft>
                <a:spcPts val="0"/>
              </a:spcAft>
              <a:buClr>
                <a:srgbClr val="262626"/>
              </a:buClr>
              <a:buSzPct val="100000"/>
              <a:buChar char="•"/>
            </a:pPr>
            <a:r>
              <a:rPr lang="en-US"/>
              <a:t>Data skills are mandatory, not optional.</a:t>
            </a:r>
            <a:endParaRPr/>
          </a:p>
          <a:p>
            <a:pPr indent="-175260" lvl="0" marL="228600" rtl="0" algn="l">
              <a:lnSpc>
                <a:spcPct val="115000"/>
              </a:lnSpc>
              <a:spcBef>
                <a:spcPts val="1000"/>
              </a:spcBef>
              <a:spcAft>
                <a:spcPts val="0"/>
              </a:spcAft>
              <a:buClr>
                <a:srgbClr val="262626"/>
              </a:buClr>
              <a:buSzPct val="100000"/>
              <a:buChar char="•"/>
            </a:pPr>
            <a:r>
              <a:rPr lang="en-US"/>
              <a:t>Shift toward scalable, high-performance systems.</a:t>
            </a:r>
            <a:endParaRPr/>
          </a:p>
          <a:p>
            <a:pPr indent="-175260" lvl="0" marL="228600" rtl="0" algn="l">
              <a:lnSpc>
                <a:spcPct val="115000"/>
              </a:lnSpc>
              <a:spcBef>
                <a:spcPts val="1000"/>
              </a:spcBef>
              <a:spcAft>
                <a:spcPts val="0"/>
              </a:spcAft>
              <a:buClr>
                <a:srgbClr val="262626"/>
              </a:buClr>
              <a:buSzPct val="100000"/>
              <a:buChar char="•"/>
            </a:pPr>
            <a:r>
              <a:rPr lang="en-US"/>
              <a:t>Tech stacks should modernize gradually.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5"/>
          <p:cNvSpPr txBox="1"/>
          <p:nvPr>
            <p:ph type="title"/>
          </p:nvPr>
        </p:nvSpPr>
        <p:spPr>
          <a:xfrm>
            <a:off x="862584" y="42876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DATABASE TRENDS</a:t>
            </a:r>
            <a:endParaRPr/>
          </a:p>
        </p:txBody>
      </p:sp>
      <p:sp>
        <p:nvSpPr>
          <p:cNvPr id="125" name="Google Shape;125;p15"/>
          <p:cNvSpPr txBox="1"/>
          <p:nvPr>
            <p:ph idx="1" type="body"/>
          </p:nvPr>
        </p:nvSpPr>
        <p:spPr>
          <a:xfrm>
            <a:off x="813816" y="1825625"/>
            <a:ext cx="2228642" cy="50193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62626"/>
              </a:buClr>
              <a:buSzPts val="2800"/>
              <a:buNone/>
            </a:pPr>
            <a:r>
              <a:rPr lang="en-US"/>
              <a:t>Current Year</a:t>
            </a:r>
            <a:endParaRPr/>
          </a:p>
        </p:txBody>
      </p:sp>
      <p:sp>
        <p:nvSpPr>
          <p:cNvPr id="126" name="Google Shape;126;p15"/>
          <p:cNvSpPr txBox="1"/>
          <p:nvPr>
            <p:ph idx="2" type="body"/>
          </p:nvPr>
        </p:nvSpPr>
        <p:spPr>
          <a:xfrm>
            <a:off x="6172200" y="1825625"/>
            <a:ext cx="1758142" cy="50193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62626"/>
              </a:buClr>
              <a:buSzPts val="2800"/>
              <a:buNone/>
            </a:pPr>
            <a:r>
              <a:rPr lang="en-US"/>
              <a:t>Next Year</a:t>
            </a:r>
            <a:endParaRPr/>
          </a:p>
        </p:txBody>
      </p:sp>
      <p:pic>
        <p:nvPicPr>
          <p:cNvPr id="127" name="Google Shape;127;p15" title="4.png"/>
          <p:cNvPicPr preferRelativeResize="0"/>
          <p:nvPr/>
        </p:nvPicPr>
        <p:blipFill>
          <a:blip r:embed="rId3">
            <a:alphaModFix/>
          </a:blip>
          <a:stretch>
            <a:fillRect/>
          </a:stretch>
        </p:blipFill>
        <p:spPr>
          <a:xfrm>
            <a:off x="862575" y="2479975"/>
            <a:ext cx="4902525" cy="3657450"/>
          </a:xfrm>
          <a:prstGeom prst="rect">
            <a:avLst/>
          </a:prstGeom>
          <a:noFill/>
          <a:ln>
            <a:noFill/>
          </a:ln>
        </p:spPr>
      </p:pic>
      <p:pic>
        <p:nvPicPr>
          <p:cNvPr id="128" name="Google Shape;128;p15" title="3.png"/>
          <p:cNvPicPr preferRelativeResize="0"/>
          <p:nvPr/>
        </p:nvPicPr>
        <p:blipFill>
          <a:blip r:embed="rId4">
            <a:alphaModFix/>
          </a:blip>
          <a:stretch>
            <a:fillRect/>
          </a:stretch>
        </p:blipFill>
        <p:spPr>
          <a:xfrm>
            <a:off x="6319325" y="2479975"/>
            <a:ext cx="4902525" cy="36574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6"/>
          <p:cNvSpPr txBox="1"/>
          <p:nvPr>
            <p:ph type="title"/>
          </p:nvPr>
        </p:nvSpPr>
        <p:spPr>
          <a:xfrm>
            <a:off x="816204" y="365125"/>
            <a:ext cx="120939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sz="2800"/>
              <a:t>DATABASE TRENDS - FINDINGS &amp; IMPLICATIONS</a:t>
            </a:r>
            <a:endParaRPr sz="2800"/>
          </a:p>
        </p:txBody>
      </p:sp>
      <p:sp>
        <p:nvSpPr>
          <p:cNvPr id="134" name="Google Shape;134;p16"/>
          <p:cNvSpPr txBox="1"/>
          <p:nvPr>
            <p:ph idx="1" type="body"/>
          </p:nvPr>
        </p:nvSpPr>
        <p:spPr>
          <a:xfrm>
            <a:off x="813816" y="1825625"/>
            <a:ext cx="5181600" cy="4351338"/>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15000"/>
              </a:lnSpc>
              <a:spcBef>
                <a:spcPts val="0"/>
              </a:spcBef>
              <a:spcAft>
                <a:spcPts val="0"/>
              </a:spcAft>
              <a:buClr>
                <a:srgbClr val="262626"/>
              </a:buClr>
              <a:buSzPct val="100000"/>
              <a:buNone/>
            </a:pPr>
            <a:r>
              <a:rPr lang="en-US"/>
              <a:t>Findings</a:t>
            </a:r>
            <a:endParaRPr/>
          </a:p>
          <a:p>
            <a:pPr indent="0" lvl="0" marL="0" rtl="0" algn="l">
              <a:lnSpc>
                <a:spcPct val="115000"/>
              </a:lnSpc>
              <a:spcBef>
                <a:spcPts val="1000"/>
              </a:spcBef>
              <a:spcAft>
                <a:spcPts val="0"/>
              </a:spcAft>
              <a:buClr>
                <a:srgbClr val="262626"/>
              </a:buClr>
              <a:buSzPct val="100000"/>
              <a:buNone/>
            </a:pPr>
            <a:r>
              <a:t/>
            </a:r>
            <a:endParaRPr/>
          </a:p>
          <a:p>
            <a:pPr indent="-175260" lvl="0" marL="228600" rtl="0" algn="l">
              <a:lnSpc>
                <a:spcPct val="115000"/>
              </a:lnSpc>
              <a:spcBef>
                <a:spcPts val="1000"/>
              </a:spcBef>
              <a:spcAft>
                <a:spcPts val="0"/>
              </a:spcAft>
              <a:buClr>
                <a:srgbClr val="262626"/>
              </a:buClr>
              <a:buSzPct val="100000"/>
              <a:buChar char="•"/>
            </a:pPr>
            <a:r>
              <a:rPr lang="en-US"/>
              <a:t>PostgreSQL leads in both years → most preferred database.</a:t>
            </a:r>
            <a:endParaRPr/>
          </a:p>
          <a:p>
            <a:pPr indent="-175260" lvl="0" marL="228600" rtl="0" algn="l">
              <a:lnSpc>
                <a:spcPct val="115000"/>
              </a:lnSpc>
              <a:spcBef>
                <a:spcPts val="1000"/>
              </a:spcBef>
              <a:spcAft>
                <a:spcPts val="0"/>
              </a:spcAft>
              <a:buClr>
                <a:srgbClr val="262626"/>
              </a:buClr>
              <a:buSzPct val="100000"/>
              <a:buChar char="•"/>
            </a:pPr>
            <a:r>
              <a:rPr lang="en-US"/>
              <a:t>MySQL declines slightly → still widely used but losing share.</a:t>
            </a:r>
            <a:endParaRPr/>
          </a:p>
          <a:p>
            <a:pPr indent="-175260" lvl="0" marL="228600" rtl="0" algn="l">
              <a:lnSpc>
                <a:spcPct val="115000"/>
              </a:lnSpc>
              <a:spcBef>
                <a:spcPts val="1000"/>
              </a:spcBef>
              <a:spcAft>
                <a:spcPts val="0"/>
              </a:spcAft>
              <a:buClr>
                <a:srgbClr val="262626"/>
              </a:buClr>
              <a:buSzPct val="100000"/>
              <a:buChar char="•"/>
            </a:pPr>
            <a:r>
              <a:rPr lang="en-US"/>
              <a:t>SQLite stays strong → popular for lightweight and embedded use.</a:t>
            </a:r>
            <a:endParaRPr/>
          </a:p>
          <a:p>
            <a:pPr indent="-175260" lvl="0" marL="228600" rtl="0" algn="l">
              <a:lnSpc>
                <a:spcPct val="115000"/>
              </a:lnSpc>
              <a:spcBef>
                <a:spcPts val="1000"/>
              </a:spcBef>
              <a:spcAft>
                <a:spcPts val="0"/>
              </a:spcAft>
              <a:buClr>
                <a:srgbClr val="262626"/>
              </a:buClr>
              <a:buSzPct val="100000"/>
              <a:buChar char="•"/>
            </a:pPr>
            <a:r>
              <a:rPr lang="en-US"/>
              <a:t>Redis gains interest → growing need for caching &amp; real-time systems.</a:t>
            </a:r>
            <a:endParaRPr/>
          </a:p>
          <a:p>
            <a:pPr indent="-175260" lvl="0" marL="228600" rtl="0" algn="l">
              <a:lnSpc>
                <a:spcPct val="115000"/>
              </a:lnSpc>
              <a:spcBef>
                <a:spcPts val="1000"/>
              </a:spcBef>
              <a:spcAft>
                <a:spcPts val="0"/>
              </a:spcAft>
              <a:buClr>
                <a:srgbClr val="262626"/>
              </a:buClr>
              <a:buSzPct val="100000"/>
              <a:buChar char="•"/>
            </a:pPr>
            <a:r>
              <a:rPr lang="en-US"/>
              <a:t>NoSQL remains relevant → MongoDB continues steady adoption.</a:t>
            </a:r>
            <a:endParaRPr/>
          </a:p>
        </p:txBody>
      </p:sp>
      <p:sp>
        <p:nvSpPr>
          <p:cNvPr id="135" name="Google Shape;135;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15000"/>
              </a:lnSpc>
              <a:spcBef>
                <a:spcPts val="0"/>
              </a:spcBef>
              <a:spcAft>
                <a:spcPts val="0"/>
              </a:spcAft>
              <a:buClr>
                <a:srgbClr val="262626"/>
              </a:buClr>
              <a:buSzPct val="100000"/>
              <a:buNone/>
            </a:pPr>
            <a:r>
              <a:rPr lang="en-US"/>
              <a:t>Implications</a:t>
            </a:r>
            <a:endParaRPr/>
          </a:p>
          <a:p>
            <a:pPr indent="0" lvl="0" marL="0" rtl="0" algn="l">
              <a:lnSpc>
                <a:spcPct val="115000"/>
              </a:lnSpc>
              <a:spcBef>
                <a:spcPts val="1000"/>
              </a:spcBef>
              <a:spcAft>
                <a:spcPts val="0"/>
              </a:spcAft>
              <a:buClr>
                <a:srgbClr val="262626"/>
              </a:buClr>
              <a:buSzPct val="100000"/>
              <a:buNone/>
            </a:pPr>
            <a:r>
              <a:t/>
            </a:r>
            <a:endParaRPr/>
          </a:p>
          <a:p>
            <a:pPr indent="-175260" lvl="0" marL="228600" rtl="0" algn="l">
              <a:lnSpc>
                <a:spcPct val="115000"/>
              </a:lnSpc>
              <a:spcBef>
                <a:spcPts val="1000"/>
              </a:spcBef>
              <a:spcAft>
                <a:spcPts val="0"/>
              </a:spcAft>
              <a:buClr>
                <a:srgbClr val="262626"/>
              </a:buClr>
              <a:buSzPct val="100000"/>
              <a:buChar char="•"/>
            </a:pPr>
            <a:r>
              <a:rPr lang="en-US"/>
              <a:t>PostgreSQL is a must-have skill for modern data stacks.</a:t>
            </a:r>
            <a:endParaRPr/>
          </a:p>
          <a:p>
            <a:pPr indent="-175260" lvl="0" marL="228600" rtl="0" algn="l">
              <a:lnSpc>
                <a:spcPct val="115000"/>
              </a:lnSpc>
              <a:spcBef>
                <a:spcPts val="1000"/>
              </a:spcBef>
              <a:spcAft>
                <a:spcPts val="0"/>
              </a:spcAft>
              <a:buClr>
                <a:srgbClr val="262626"/>
              </a:buClr>
              <a:buSzPct val="100000"/>
              <a:buChar char="•"/>
            </a:pPr>
            <a:r>
              <a:rPr lang="en-US"/>
              <a:t>Relational databases still dominate despite NoSQL growth.</a:t>
            </a:r>
            <a:endParaRPr/>
          </a:p>
          <a:p>
            <a:pPr indent="-175260" lvl="0" marL="228600" rtl="0" algn="l">
              <a:lnSpc>
                <a:spcPct val="115000"/>
              </a:lnSpc>
              <a:spcBef>
                <a:spcPts val="1000"/>
              </a:spcBef>
              <a:spcAft>
                <a:spcPts val="0"/>
              </a:spcAft>
              <a:buClr>
                <a:srgbClr val="262626"/>
              </a:buClr>
              <a:buSzPct val="100000"/>
              <a:buChar char="•"/>
            </a:pPr>
            <a:r>
              <a:rPr lang="en-US"/>
              <a:t>Caching &amp; real-time systems are rising (Redis).</a:t>
            </a:r>
            <a:endParaRPr/>
          </a:p>
          <a:p>
            <a:pPr indent="-175260" lvl="0" marL="228600" rtl="0" algn="l">
              <a:lnSpc>
                <a:spcPct val="115000"/>
              </a:lnSpc>
              <a:spcBef>
                <a:spcPts val="1000"/>
              </a:spcBef>
              <a:spcAft>
                <a:spcPts val="0"/>
              </a:spcAft>
              <a:buClr>
                <a:srgbClr val="262626"/>
              </a:buClr>
              <a:buSzPct val="100000"/>
              <a:buChar char="•"/>
            </a:pPr>
            <a:r>
              <a:rPr lang="en-US"/>
              <a:t>Developers should know at least one NoSQL DB.</a:t>
            </a:r>
            <a:endParaRPr/>
          </a:p>
          <a:p>
            <a:pPr indent="-175260" lvl="0" marL="228600" rtl="0" algn="l">
              <a:lnSpc>
                <a:spcPct val="115000"/>
              </a:lnSpc>
              <a:spcBef>
                <a:spcPts val="1000"/>
              </a:spcBef>
              <a:spcAft>
                <a:spcPts val="0"/>
              </a:spcAft>
              <a:buClr>
                <a:srgbClr val="262626"/>
              </a:buClr>
              <a:buSzPct val="100000"/>
              <a:buChar char="•"/>
            </a:pPr>
            <a:r>
              <a:rPr lang="en-US"/>
              <a:t>Future stacks favor flexibility + performance.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DASHBOARD 1</a:t>
            </a:r>
            <a:endParaRPr/>
          </a:p>
        </p:txBody>
      </p:sp>
      <p:pic>
        <p:nvPicPr>
          <p:cNvPr id="141" name="Google Shape;141;p17" title="Screenshot 2025-12-14 152922.png"/>
          <p:cNvPicPr preferRelativeResize="0"/>
          <p:nvPr/>
        </p:nvPicPr>
        <p:blipFill>
          <a:blip r:embed="rId3">
            <a:alphaModFix/>
          </a:blip>
          <a:stretch>
            <a:fillRect/>
          </a:stretch>
        </p:blipFill>
        <p:spPr>
          <a:xfrm>
            <a:off x="1859275" y="1596764"/>
            <a:ext cx="8473451" cy="4579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DASHBOARD 2</a:t>
            </a:r>
            <a:endParaRPr/>
          </a:p>
        </p:txBody>
      </p:sp>
      <p:pic>
        <p:nvPicPr>
          <p:cNvPr id="147" name="Google Shape;147;p18" title="Screenshot 2025-12-14 152944.png"/>
          <p:cNvPicPr preferRelativeResize="0"/>
          <p:nvPr/>
        </p:nvPicPr>
        <p:blipFill rotWithShape="1">
          <a:blip r:embed="rId3">
            <a:alphaModFix/>
          </a:blip>
          <a:srcRect b="1437" l="0" r="0" t="1437"/>
          <a:stretch/>
        </p:blipFill>
        <p:spPr>
          <a:xfrm>
            <a:off x="1859275" y="1596764"/>
            <a:ext cx="8473450" cy="45794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DASHBOARD 3</a:t>
            </a:r>
            <a:endParaRPr/>
          </a:p>
        </p:txBody>
      </p:sp>
      <p:pic>
        <p:nvPicPr>
          <p:cNvPr id="153" name="Google Shape;153;p19" title="Screenshot 2025-12-14 153013.png"/>
          <p:cNvPicPr preferRelativeResize="0"/>
          <p:nvPr/>
        </p:nvPicPr>
        <p:blipFill rotWithShape="1">
          <a:blip r:embed="rId3">
            <a:alphaModFix/>
          </a:blip>
          <a:srcRect b="0" l="258" r="248" t="0"/>
          <a:stretch/>
        </p:blipFill>
        <p:spPr>
          <a:xfrm>
            <a:off x="1859275" y="1596764"/>
            <a:ext cx="8473450" cy="4579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DISCUSSION</a:t>
            </a:r>
            <a:endParaRPr/>
          </a:p>
        </p:txBody>
      </p:sp>
      <p:pic>
        <p:nvPicPr>
          <p:cNvPr id="159" name="Google Shape;159;p20"/>
          <p:cNvPicPr preferRelativeResize="0"/>
          <p:nvPr>
            <p:ph idx="1" type="body"/>
          </p:nvPr>
        </p:nvPicPr>
        <p:blipFill rotWithShape="1">
          <a:blip r:embed="rId3">
            <a:alphaModFix/>
          </a:blip>
          <a:srcRect b="0" l="0" r="0" t="0"/>
          <a:stretch/>
        </p:blipFill>
        <p:spPr>
          <a:xfrm>
            <a:off x="1253331" y="1825625"/>
            <a:ext cx="4351338" cy="4351338"/>
          </a:xfrm>
          <a:prstGeom prst="rect">
            <a:avLst/>
          </a:prstGeom>
          <a:noFill/>
          <a:ln>
            <a:noFill/>
          </a:ln>
        </p:spPr>
      </p:pic>
      <p:sp>
        <p:nvSpPr>
          <p:cNvPr id="160" name="Google Shape;160;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fontScale="85000" lnSpcReduction="10000"/>
          </a:bodyPr>
          <a:lstStyle/>
          <a:p>
            <a:pPr indent="-379730" lvl="0" marL="457200" rtl="0" algn="l">
              <a:lnSpc>
                <a:spcPct val="115000"/>
              </a:lnSpc>
              <a:spcBef>
                <a:spcPts val="0"/>
              </a:spcBef>
              <a:spcAft>
                <a:spcPts val="0"/>
              </a:spcAft>
              <a:buSzPct val="100000"/>
              <a:buChar char="•"/>
            </a:pPr>
            <a:r>
              <a:rPr lang="en-US"/>
              <a:t>Young, global workforce dominates responses (18–34).</a:t>
            </a:r>
            <a:endParaRPr/>
          </a:p>
          <a:p>
            <a:pPr indent="-379730" lvl="0" marL="457200" rtl="0" algn="l">
              <a:lnSpc>
                <a:spcPct val="115000"/>
              </a:lnSpc>
              <a:spcBef>
                <a:spcPts val="0"/>
              </a:spcBef>
              <a:spcAft>
                <a:spcPts val="0"/>
              </a:spcAft>
              <a:buSzPct val="100000"/>
              <a:buChar char="•"/>
            </a:pPr>
            <a:r>
              <a:rPr lang="en-US"/>
              <a:t>Higher education drives participation (Bachelor’s/Master’s).</a:t>
            </a:r>
            <a:endParaRPr/>
          </a:p>
          <a:p>
            <a:pPr indent="-379730" lvl="0" marL="457200" rtl="0" algn="l">
              <a:lnSpc>
                <a:spcPct val="115000"/>
              </a:lnSpc>
              <a:spcBef>
                <a:spcPts val="0"/>
              </a:spcBef>
              <a:spcAft>
                <a:spcPts val="0"/>
              </a:spcAft>
              <a:buSzPct val="100000"/>
              <a:buChar char="•"/>
            </a:pPr>
            <a:r>
              <a:rPr lang="en-US"/>
              <a:t>JavaScript ecosystem leads across languages &amp; frameworks.</a:t>
            </a:r>
            <a:endParaRPr/>
          </a:p>
          <a:p>
            <a:pPr indent="-379730" lvl="0" marL="457200" rtl="0" algn="l">
              <a:lnSpc>
                <a:spcPct val="115000"/>
              </a:lnSpc>
              <a:spcBef>
                <a:spcPts val="0"/>
              </a:spcBef>
              <a:spcAft>
                <a:spcPts val="0"/>
              </a:spcAft>
              <a:buSzPct val="100000"/>
              <a:buChar char="•"/>
            </a:pPr>
            <a:r>
              <a:rPr lang="en-US"/>
              <a:t>Modern stacks rising (TypeScript, PostgreSQL, Redis).</a:t>
            </a:r>
            <a:endParaRPr/>
          </a:p>
          <a:p>
            <a:pPr indent="-379730" lvl="0" marL="457200" rtl="0" algn="l">
              <a:lnSpc>
                <a:spcPct val="115000"/>
              </a:lnSpc>
              <a:spcBef>
                <a:spcPts val="0"/>
              </a:spcBef>
              <a:spcAft>
                <a:spcPts val="0"/>
              </a:spcAft>
              <a:buSzPct val="100000"/>
              <a:buChar char="•"/>
            </a:pPr>
            <a:r>
              <a:rPr lang="en-US"/>
              <a:t>Cloud-first development led by AWS &amp; Azure.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OVERALL FINDINGS &amp; IMPLICATIONS</a:t>
            </a:r>
            <a:endParaRPr/>
          </a:p>
        </p:txBody>
      </p:sp>
      <p:sp>
        <p:nvSpPr>
          <p:cNvPr id="166" name="Google Shape;166;p21"/>
          <p:cNvSpPr txBox="1"/>
          <p:nvPr>
            <p:ph idx="1" type="body"/>
          </p:nvPr>
        </p:nvSpPr>
        <p:spPr>
          <a:xfrm>
            <a:off x="813816" y="1825625"/>
            <a:ext cx="51816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5000"/>
              </a:lnSpc>
              <a:spcBef>
                <a:spcPts val="0"/>
              </a:spcBef>
              <a:spcAft>
                <a:spcPts val="0"/>
              </a:spcAft>
              <a:buClr>
                <a:srgbClr val="262626"/>
              </a:buClr>
              <a:buSzPct val="100000"/>
              <a:buNone/>
            </a:pPr>
            <a:r>
              <a:rPr lang="en-US"/>
              <a:t>Findings</a:t>
            </a:r>
            <a:endParaRPr/>
          </a:p>
          <a:p>
            <a:pPr indent="0" lvl="0" marL="0" rtl="0" algn="l">
              <a:lnSpc>
                <a:spcPct val="115000"/>
              </a:lnSpc>
              <a:spcBef>
                <a:spcPts val="1000"/>
              </a:spcBef>
              <a:spcAft>
                <a:spcPts val="0"/>
              </a:spcAft>
              <a:buClr>
                <a:srgbClr val="262626"/>
              </a:buClr>
              <a:buSzPct val="100000"/>
              <a:buNone/>
            </a:pPr>
            <a:r>
              <a:t/>
            </a:r>
            <a:endParaRPr/>
          </a:p>
          <a:p>
            <a:pPr indent="-201930" lvl="0" marL="228600" rtl="0" algn="l">
              <a:lnSpc>
                <a:spcPct val="115000"/>
              </a:lnSpc>
              <a:spcBef>
                <a:spcPts val="1000"/>
              </a:spcBef>
              <a:spcAft>
                <a:spcPts val="0"/>
              </a:spcAft>
              <a:buClr>
                <a:srgbClr val="262626"/>
              </a:buClr>
              <a:buSzPct val="100000"/>
              <a:buChar char="•"/>
            </a:pPr>
            <a:r>
              <a:rPr lang="en-US"/>
              <a:t>JavaScript ecosystem dominates languages and frameworks.</a:t>
            </a:r>
            <a:endParaRPr/>
          </a:p>
          <a:p>
            <a:pPr indent="-201930" lvl="0" marL="228600" rtl="0" algn="l">
              <a:lnSpc>
                <a:spcPct val="115000"/>
              </a:lnSpc>
              <a:spcBef>
                <a:spcPts val="1000"/>
              </a:spcBef>
              <a:spcAft>
                <a:spcPts val="0"/>
              </a:spcAft>
              <a:buClr>
                <a:srgbClr val="262626"/>
              </a:buClr>
              <a:buSzPct val="100000"/>
              <a:buChar char="•"/>
            </a:pPr>
            <a:r>
              <a:rPr lang="en-US"/>
              <a:t>PostgreSQL and SQL remain core database skills.</a:t>
            </a:r>
            <a:endParaRPr/>
          </a:p>
          <a:p>
            <a:pPr indent="-201930" lvl="0" marL="228600" rtl="0" algn="l">
              <a:lnSpc>
                <a:spcPct val="115000"/>
              </a:lnSpc>
              <a:spcBef>
                <a:spcPts val="1000"/>
              </a:spcBef>
              <a:spcAft>
                <a:spcPts val="0"/>
              </a:spcAft>
              <a:buClr>
                <a:srgbClr val="262626"/>
              </a:buClr>
              <a:buSzPct val="100000"/>
              <a:buChar char="•"/>
            </a:pPr>
            <a:r>
              <a:rPr lang="en-US"/>
              <a:t>TypeScript, Redis, and modern tools show rising adoption.</a:t>
            </a:r>
            <a:endParaRPr/>
          </a:p>
          <a:p>
            <a:pPr indent="-201930" lvl="0" marL="228600" rtl="0" algn="l">
              <a:lnSpc>
                <a:spcPct val="115000"/>
              </a:lnSpc>
              <a:spcBef>
                <a:spcPts val="1000"/>
              </a:spcBef>
              <a:spcAft>
                <a:spcPts val="0"/>
              </a:spcAft>
              <a:buClr>
                <a:srgbClr val="262626"/>
              </a:buClr>
              <a:buSzPct val="100000"/>
              <a:buChar char="•"/>
            </a:pPr>
            <a:r>
              <a:rPr lang="en-US"/>
              <a:t>Majority respondents are young and globally distributed.</a:t>
            </a:r>
            <a:endParaRPr/>
          </a:p>
        </p:txBody>
      </p:sp>
      <p:sp>
        <p:nvSpPr>
          <p:cNvPr id="167" name="Google Shape;167;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5000"/>
              </a:lnSpc>
              <a:spcBef>
                <a:spcPts val="0"/>
              </a:spcBef>
              <a:spcAft>
                <a:spcPts val="0"/>
              </a:spcAft>
              <a:buClr>
                <a:srgbClr val="262626"/>
              </a:buClr>
              <a:buSzPct val="100000"/>
              <a:buNone/>
            </a:pPr>
            <a:r>
              <a:rPr lang="en-US"/>
              <a:t>Implications</a:t>
            </a:r>
            <a:endParaRPr/>
          </a:p>
          <a:p>
            <a:pPr indent="0" lvl="0" marL="0" rtl="0" algn="l">
              <a:lnSpc>
                <a:spcPct val="115000"/>
              </a:lnSpc>
              <a:spcBef>
                <a:spcPts val="1000"/>
              </a:spcBef>
              <a:spcAft>
                <a:spcPts val="0"/>
              </a:spcAft>
              <a:buClr>
                <a:srgbClr val="262626"/>
              </a:buClr>
              <a:buSzPct val="100000"/>
              <a:buNone/>
            </a:pPr>
            <a:r>
              <a:t/>
            </a:r>
            <a:endParaRPr/>
          </a:p>
          <a:p>
            <a:pPr indent="-201930" lvl="0" marL="228600" rtl="0" algn="l">
              <a:lnSpc>
                <a:spcPct val="115000"/>
              </a:lnSpc>
              <a:spcBef>
                <a:spcPts val="1000"/>
              </a:spcBef>
              <a:spcAft>
                <a:spcPts val="0"/>
              </a:spcAft>
              <a:buClr>
                <a:srgbClr val="262626"/>
              </a:buClr>
              <a:buSzPct val="100000"/>
              <a:buChar char="•"/>
            </a:pPr>
            <a:r>
              <a:rPr lang="en-US"/>
              <a:t>Developers should prioritize JS, SQL, and cloud skills.</a:t>
            </a:r>
            <a:endParaRPr/>
          </a:p>
          <a:p>
            <a:pPr indent="-201930" lvl="0" marL="228600" rtl="0" algn="l">
              <a:lnSpc>
                <a:spcPct val="115000"/>
              </a:lnSpc>
              <a:spcBef>
                <a:spcPts val="1000"/>
              </a:spcBef>
              <a:spcAft>
                <a:spcPts val="0"/>
              </a:spcAft>
              <a:buClr>
                <a:srgbClr val="262626"/>
              </a:buClr>
              <a:buSzPct val="100000"/>
              <a:buChar char="•"/>
            </a:pPr>
            <a:r>
              <a:rPr lang="en-US"/>
              <a:t>Organizations should adopt scalable, modern tech stacks.</a:t>
            </a:r>
            <a:endParaRPr/>
          </a:p>
          <a:p>
            <a:pPr indent="-201930" lvl="0" marL="228600" rtl="0" algn="l">
              <a:lnSpc>
                <a:spcPct val="115000"/>
              </a:lnSpc>
              <a:spcBef>
                <a:spcPts val="1000"/>
              </a:spcBef>
              <a:spcAft>
                <a:spcPts val="0"/>
              </a:spcAft>
              <a:buClr>
                <a:srgbClr val="262626"/>
              </a:buClr>
              <a:buSzPct val="100000"/>
              <a:buChar char="•"/>
            </a:pPr>
            <a:r>
              <a:rPr lang="en-US"/>
              <a:t>Data and cloud literacy are now essential across roles.</a:t>
            </a:r>
            <a:endParaRPr/>
          </a:p>
          <a:p>
            <a:pPr indent="-201930" lvl="0" marL="228600" rtl="0" algn="l">
              <a:lnSpc>
                <a:spcPct val="115000"/>
              </a:lnSpc>
              <a:spcBef>
                <a:spcPts val="1000"/>
              </a:spcBef>
              <a:spcAft>
                <a:spcPts val="0"/>
              </a:spcAft>
              <a:buClr>
                <a:srgbClr val="262626"/>
              </a:buClr>
              <a:buSzPct val="100000"/>
              <a:buChar char="•"/>
            </a:pPr>
            <a:r>
              <a:rPr lang="en-US"/>
              <a:t>Future systems will favor performance and scalability.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CONCLUSION</a:t>
            </a:r>
            <a:endParaRPr/>
          </a:p>
        </p:txBody>
      </p:sp>
      <p:sp>
        <p:nvSpPr>
          <p:cNvPr id="173" name="Google Shape;173;p22"/>
          <p:cNvSpPr txBox="1"/>
          <p:nvPr/>
        </p:nvSpPr>
        <p:spPr>
          <a:xfrm>
            <a:off x="4544291" y="1825625"/>
            <a:ext cx="6809509" cy="4351338"/>
          </a:xfrm>
          <a:prstGeom prst="rect">
            <a:avLst/>
          </a:prstGeom>
          <a:noFill/>
          <a:ln>
            <a:noFill/>
          </a:ln>
        </p:spPr>
        <p:txBody>
          <a:bodyPr anchorCtr="0" anchor="t" bIns="45700" lIns="91425" spcFirstLastPara="1" rIns="91425" wrap="square" tIns="45700">
            <a:normAutofit fontScale="70000"/>
          </a:bodyPr>
          <a:lstStyle/>
          <a:p>
            <a:pPr indent="-175260" lvl="0" marL="228600" marR="0" rtl="0" algn="l">
              <a:lnSpc>
                <a:spcPct val="115000"/>
              </a:lnSpc>
              <a:spcBef>
                <a:spcPts val="1000"/>
              </a:spcBef>
              <a:spcAft>
                <a:spcPts val="0"/>
              </a:spcAft>
              <a:buClr>
                <a:srgbClr val="262626"/>
              </a:buClr>
              <a:buSzPct val="100000"/>
              <a:buFont typeface="Arial"/>
              <a:buChar char="•"/>
            </a:pPr>
            <a:r>
              <a:rPr lang="en-US" sz="2800">
                <a:solidFill>
                  <a:srgbClr val="262626"/>
                </a:solidFill>
                <a:latin typeface="IBM Plex Sans"/>
                <a:ea typeface="IBM Plex Sans"/>
                <a:cs typeface="IBM Plex Sans"/>
                <a:sym typeface="IBM Plex Sans"/>
              </a:rPr>
              <a:t>The technology landscape is dominated by the JavaScript ecosystem, supported by strong adoption of React and Node.js.</a:t>
            </a:r>
            <a:endParaRPr sz="2800">
              <a:solidFill>
                <a:srgbClr val="262626"/>
              </a:solidFill>
              <a:latin typeface="IBM Plex Sans"/>
              <a:ea typeface="IBM Plex Sans"/>
              <a:cs typeface="IBM Plex Sans"/>
              <a:sym typeface="IBM Plex Sans"/>
            </a:endParaRPr>
          </a:p>
          <a:p>
            <a:pPr indent="-175260" lvl="0" marL="228600" marR="0" rtl="0" algn="l">
              <a:lnSpc>
                <a:spcPct val="115000"/>
              </a:lnSpc>
              <a:spcBef>
                <a:spcPts val="1000"/>
              </a:spcBef>
              <a:spcAft>
                <a:spcPts val="0"/>
              </a:spcAft>
              <a:buClr>
                <a:srgbClr val="262626"/>
              </a:buClr>
              <a:buSzPct val="100000"/>
              <a:buFont typeface="Arial"/>
              <a:buChar char="•"/>
            </a:pPr>
            <a:r>
              <a:rPr lang="en-US" sz="2800">
                <a:solidFill>
                  <a:srgbClr val="262626"/>
                </a:solidFill>
                <a:latin typeface="IBM Plex Sans"/>
                <a:ea typeface="IBM Plex Sans"/>
                <a:cs typeface="IBM Plex Sans"/>
                <a:sym typeface="IBM Plex Sans"/>
              </a:rPr>
              <a:t>Data-driven development is central, with PostgreSQL and SQL remaining essential skills.</a:t>
            </a:r>
            <a:endParaRPr sz="2800">
              <a:solidFill>
                <a:srgbClr val="262626"/>
              </a:solidFill>
              <a:latin typeface="IBM Plex Sans"/>
              <a:ea typeface="IBM Plex Sans"/>
              <a:cs typeface="IBM Plex Sans"/>
              <a:sym typeface="IBM Plex Sans"/>
            </a:endParaRPr>
          </a:p>
          <a:p>
            <a:pPr indent="-175260" lvl="0" marL="228600" marR="0" rtl="0" algn="l">
              <a:lnSpc>
                <a:spcPct val="115000"/>
              </a:lnSpc>
              <a:spcBef>
                <a:spcPts val="1000"/>
              </a:spcBef>
              <a:spcAft>
                <a:spcPts val="0"/>
              </a:spcAft>
              <a:buClr>
                <a:srgbClr val="262626"/>
              </a:buClr>
              <a:buSzPct val="100000"/>
              <a:buFont typeface="Arial"/>
              <a:buChar char="•"/>
            </a:pPr>
            <a:r>
              <a:rPr lang="en-US" sz="2800">
                <a:solidFill>
                  <a:srgbClr val="262626"/>
                </a:solidFill>
                <a:latin typeface="IBM Plex Sans"/>
                <a:ea typeface="IBM Plex Sans"/>
                <a:cs typeface="IBM Plex Sans"/>
                <a:sym typeface="IBM Plex Sans"/>
              </a:rPr>
              <a:t>Modern and scalable technologies such as TypeScript, Redis, and cloud platforms are gaining momentum.</a:t>
            </a:r>
            <a:endParaRPr sz="2800">
              <a:solidFill>
                <a:srgbClr val="262626"/>
              </a:solidFill>
              <a:latin typeface="IBM Plex Sans"/>
              <a:ea typeface="IBM Plex Sans"/>
              <a:cs typeface="IBM Plex Sans"/>
              <a:sym typeface="IBM Plex Sans"/>
            </a:endParaRPr>
          </a:p>
          <a:p>
            <a:pPr indent="-175260" lvl="0" marL="228600" marR="0" rtl="0" algn="l">
              <a:lnSpc>
                <a:spcPct val="115000"/>
              </a:lnSpc>
              <a:spcBef>
                <a:spcPts val="1000"/>
              </a:spcBef>
              <a:spcAft>
                <a:spcPts val="0"/>
              </a:spcAft>
              <a:buClr>
                <a:srgbClr val="262626"/>
              </a:buClr>
              <a:buSzPct val="100000"/>
              <a:buFont typeface="Arial"/>
              <a:buChar char="•"/>
            </a:pPr>
            <a:r>
              <a:rPr lang="en-US" sz="2800">
                <a:solidFill>
                  <a:srgbClr val="262626"/>
                </a:solidFill>
                <a:latin typeface="IBM Plex Sans"/>
                <a:ea typeface="IBM Plex Sans"/>
                <a:cs typeface="IBM Plex Sans"/>
                <a:sym typeface="IBM Plex Sans"/>
              </a:rPr>
              <a:t>The workforce is young and globally distributed, shaping future technology trends.</a:t>
            </a:r>
            <a:endParaRPr sz="2800">
              <a:solidFill>
                <a:srgbClr val="262626"/>
              </a:solidFill>
              <a:latin typeface="IBM Plex Sans"/>
              <a:ea typeface="IBM Plex Sans"/>
              <a:cs typeface="IBM Plex Sans"/>
              <a:sym typeface="IBM Plex Sans"/>
            </a:endParaRPr>
          </a:p>
          <a:p>
            <a:pPr indent="-175260" lvl="0" marL="228600" marR="0" rtl="0" algn="l">
              <a:lnSpc>
                <a:spcPct val="115000"/>
              </a:lnSpc>
              <a:spcBef>
                <a:spcPts val="1000"/>
              </a:spcBef>
              <a:spcAft>
                <a:spcPts val="0"/>
              </a:spcAft>
              <a:buClr>
                <a:srgbClr val="262626"/>
              </a:buClr>
              <a:buSzPct val="100000"/>
              <a:buFont typeface="Arial"/>
              <a:buChar char="•"/>
            </a:pPr>
            <a:r>
              <a:rPr lang="en-US" sz="2800">
                <a:solidFill>
                  <a:srgbClr val="262626"/>
                </a:solidFill>
                <a:latin typeface="IBM Plex Sans"/>
                <a:ea typeface="IBM Plex Sans"/>
                <a:cs typeface="IBM Plex Sans"/>
                <a:sym typeface="IBM Plex Sans"/>
              </a:rPr>
              <a:t>Overall, the industry is moving toward cloud-first, performance-oriented, and scalable systems.</a:t>
            </a:r>
            <a:endParaRPr sz="2800">
              <a:solidFill>
                <a:srgbClr val="262626"/>
              </a:solidFill>
              <a:latin typeface="IBM Plex Sans"/>
              <a:ea typeface="IBM Plex Sans"/>
              <a:cs typeface="IBM Plex Sans"/>
              <a:sym typeface="IBM Plex Sans"/>
            </a:endParaRPr>
          </a:p>
        </p:txBody>
      </p:sp>
      <p:pic>
        <p:nvPicPr>
          <p:cNvPr id="174" name="Google Shape;174;p22"/>
          <p:cNvPicPr preferRelativeResize="0"/>
          <p:nvPr>
            <p:ph idx="1" type="body"/>
          </p:nvPr>
        </p:nvPicPr>
        <p:blipFill rotWithShape="1">
          <a:blip r:embed="rId3">
            <a:alphaModFix/>
          </a:blip>
          <a:srcRect b="0" l="0" r="0" t="0"/>
          <a:stretch/>
        </p:blipFill>
        <p:spPr>
          <a:xfrm>
            <a:off x="1125967" y="2113896"/>
            <a:ext cx="3054361" cy="305436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APPENDIX</a:t>
            </a:r>
            <a:endParaRPr/>
          </a:p>
        </p:txBody>
      </p:sp>
      <p:pic>
        <p:nvPicPr>
          <p:cNvPr id="180" name="Google Shape;180;p23"/>
          <p:cNvPicPr preferRelativeResize="0"/>
          <p:nvPr>
            <p:ph idx="1" type="body"/>
          </p:nvPr>
        </p:nvPicPr>
        <p:blipFill rotWithShape="1">
          <a:blip r:embed="rId3">
            <a:alphaModFix/>
          </a:blip>
          <a:srcRect b="0" l="0" r="0" t="0"/>
          <a:stretch/>
        </p:blipFill>
        <p:spPr>
          <a:xfrm>
            <a:off x="1055857" y="1849823"/>
            <a:ext cx="3194581" cy="3194581"/>
          </a:xfrm>
          <a:prstGeom prst="rect">
            <a:avLst/>
          </a:prstGeom>
          <a:noFill/>
          <a:ln>
            <a:noFill/>
          </a:ln>
        </p:spPr>
      </p:pic>
      <p:pic>
        <p:nvPicPr>
          <p:cNvPr id="181" name="Google Shape;181;p23" title="5.png"/>
          <p:cNvPicPr preferRelativeResize="0"/>
          <p:nvPr/>
        </p:nvPicPr>
        <p:blipFill>
          <a:blip r:embed="rId4">
            <a:alphaModFix/>
          </a:blip>
          <a:stretch>
            <a:fillRect/>
          </a:stretch>
        </p:blipFill>
        <p:spPr>
          <a:xfrm>
            <a:off x="5008649" y="1612424"/>
            <a:ext cx="6095676" cy="45698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538248" y="383051"/>
            <a:ext cx="5929053"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 JOB POSTINGS</a:t>
            </a:r>
            <a:endParaRPr/>
          </a:p>
        </p:txBody>
      </p:sp>
      <p:pic>
        <p:nvPicPr>
          <p:cNvPr id="187" name="Google Shape;187;p24"/>
          <p:cNvPicPr preferRelativeResize="0"/>
          <p:nvPr/>
        </p:nvPicPr>
        <p:blipFill>
          <a:blip r:embed="rId3">
            <a:alphaModFix/>
          </a:blip>
          <a:stretch>
            <a:fillRect/>
          </a:stretch>
        </p:blipFill>
        <p:spPr>
          <a:xfrm>
            <a:off x="2107513" y="1708625"/>
            <a:ext cx="7976975" cy="4633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5"/>
          <p:cNvSpPr txBox="1"/>
          <p:nvPr>
            <p:ph type="title"/>
          </p:nvPr>
        </p:nvSpPr>
        <p:spPr>
          <a:xfrm>
            <a:off x="538248" y="383051"/>
            <a:ext cx="5929053"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25252"/>
              </a:buClr>
              <a:buSzPts val="4000"/>
              <a:buFont typeface="IBM Plex Sans SemiBold"/>
              <a:buNone/>
            </a:pPr>
            <a:r>
              <a:rPr lang="en-US"/>
              <a:t>POPULAR LANGUAGES</a:t>
            </a:r>
            <a:endParaRPr/>
          </a:p>
        </p:txBody>
      </p:sp>
      <p:pic>
        <p:nvPicPr>
          <p:cNvPr id="193" name="Google Shape;193;p25"/>
          <p:cNvPicPr preferRelativeResize="0"/>
          <p:nvPr/>
        </p:nvPicPr>
        <p:blipFill>
          <a:blip r:embed="rId3">
            <a:alphaModFix/>
          </a:blip>
          <a:stretch>
            <a:fillRect/>
          </a:stretch>
        </p:blipFill>
        <p:spPr>
          <a:xfrm>
            <a:off x="2266249" y="1708624"/>
            <a:ext cx="7659501" cy="45693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